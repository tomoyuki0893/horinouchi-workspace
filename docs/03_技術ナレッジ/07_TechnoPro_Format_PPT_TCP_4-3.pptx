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  <p:sldMasterId id="2147483698" r:id="rId2"/>
  </p:sldMasterIdLst>
  <p:notesMasterIdLst>
    <p:notesMasterId r:id="rId12"/>
  </p:notesMasterIdLst>
  <p:handoutMasterIdLst>
    <p:handoutMasterId r:id="rId13"/>
  </p:handoutMasterIdLst>
  <p:sldIdLst>
    <p:sldId id="256" r:id="rId3"/>
    <p:sldId id="257" r:id="rId4"/>
    <p:sldId id="258" r:id="rId5"/>
    <p:sldId id="267" r:id="rId6"/>
    <p:sldId id="265" r:id="rId7"/>
    <p:sldId id="268" r:id="rId8"/>
    <p:sldId id="269" r:id="rId9"/>
    <p:sldId id="270" r:id="rId10"/>
    <p:sldId id="261" r:id="rId11"/>
  </p:sldIdLst>
  <p:sldSz cx="9906000" cy="6858000" type="A4"/>
  <p:notesSz cx="6735763" cy="98663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64">
          <p15:clr>
            <a:srgbClr val="A4A3A4"/>
          </p15:clr>
        </p15:guide>
        <p15:guide id="2" pos="572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7">
          <p15:clr>
            <a:srgbClr val="A4A3A4"/>
          </p15:clr>
        </p15:guide>
        <p15:guide id="2" pos="212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9E"/>
    <a:srgbClr val="EA87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64292D-44F7-426C-9274-55C947715C85}" v="15" dt="2026-03-15T05:47:14.7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94645" autoAdjust="0"/>
  </p:normalViewPr>
  <p:slideViewPr>
    <p:cSldViewPr showGuides="1">
      <p:cViewPr varScale="1">
        <p:scale>
          <a:sx n="144" d="100"/>
          <a:sy n="144" d="100"/>
        </p:scale>
        <p:origin x="1932" y="312"/>
      </p:cViewPr>
      <p:guideLst>
        <p:guide orient="horz" pos="2364"/>
        <p:guide pos="57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80" d="100"/>
          <a:sy n="80" d="100"/>
        </p:scale>
        <p:origin x="4032" y="108"/>
      </p:cViewPr>
      <p:guideLst>
        <p:guide orient="horz" pos="3107"/>
        <p:guide pos="2121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知行 堀之内" userId="41da204072d300d1" providerId="LiveId" clId="{ADBB2189-1EA4-47DD-9AD3-EF0460DC23B5}"/>
    <pc:docChg chg="undo custSel addSld delSld modSld">
      <pc:chgData name="知行 堀之内" userId="41da204072d300d1" providerId="LiveId" clId="{ADBB2189-1EA4-47DD-9AD3-EF0460DC23B5}" dt="2026-03-15T05:47:22.325" v="264" actId="47"/>
      <pc:docMkLst>
        <pc:docMk/>
      </pc:docMkLst>
      <pc:sldChg chg="addSp delSp modSp mod">
        <pc:chgData name="知行 堀之内" userId="41da204072d300d1" providerId="LiveId" clId="{ADBB2189-1EA4-47DD-9AD3-EF0460DC23B5}" dt="2026-03-15T05:44:16.861" v="141" actId="14100"/>
        <pc:sldMkLst>
          <pc:docMk/>
          <pc:sldMk cId="0" sldId="256"/>
        </pc:sldMkLst>
        <pc:spChg chg="mod">
          <ac:chgData name="知行 堀之内" userId="41da204072d300d1" providerId="LiveId" clId="{ADBB2189-1EA4-47DD-9AD3-EF0460DC23B5}" dt="2026-03-15T05:44:06.904" v="137" actId="20577"/>
          <ac:spMkLst>
            <pc:docMk/>
            <pc:sldMk cId="0" sldId="256"/>
            <ac:spMk id="2" creationId="{00000000-0000-0000-0000-000000000000}"/>
          </ac:spMkLst>
        </pc:spChg>
        <pc:spChg chg="add del mod">
          <ac:chgData name="知行 堀之内" userId="41da204072d300d1" providerId="LiveId" clId="{ADBB2189-1EA4-47DD-9AD3-EF0460DC23B5}" dt="2026-03-15T05:44:16.861" v="141" actId="14100"/>
          <ac:spMkLst>
            <pc:docMk/>
            <pc:sldMk cId="0" sldId="256"/>
            <ac:spMk id="3" creationId="{00000000-0000-0000-0000-000000000000}"/>
          </ac:spMkLst>
        </pc:spChg>
        <pc:spChg chg="mod">
          <ac:chgData name="知行 堀之内" userId="41da204072d300d1" providerId="LiveId" clId="{ADBB2189-1EA4-47DD-9AD3-EF0460DC23B5}" dt="2026-03-15T05:44:06.454" v="135" actId="20577"/>
          <ac:spMkLst>
            <pc:docMk/>
            <pc:sldMk cId="0" sldId="256"/>
            <ac:spMk id="4" creationId="{00000000-0000-0000-0000-000000000000}"/>
          </ac:spMkLst>
        </pc:spChg>
        <pc:spChg chg="del">
          <ac:chgData name="知行 堀之内" userId="41da204072d300d1" providerId="LiveId" clId="{ADBB2189-1EA4-47DD-9AD3-EF0460DC23B5}" dt="2026-03-15T05:42:41.347" v="0" actId="478"/>
          <ac:spMkLst>
            <pc:docMk/>
            <pc:sldMk cId="0" sldId="256"/>
            <ac:spMk id="5" creationId="{00000000-0000-0000-0000-000000000000}"/>
          </ac:spMkLst>
        </pc:spChg>
      </pc:sldChg>
      <pc:sldChg chg="addSp modSp mod">
        <pc:chgData name="知行 堀之内" userId="41da204072d300d1" providerId="LiveId" clId="{ADBB2189-1EA4-47DD-9AD3-EF0460DC23B5}" dt="2026-03-15T05:45:36.706" v="244"/>
        <pc:sldMkLst>
          <pc:docMk/>
          <pc:sldMk cId="0" sldId="265"/>
        </pc:sldMkLst>
        <pc:spChg chg="add mod">
          <ac:chgData name="知行 堀之内" userId="41da204072d300d1" providerId="LiveId" clId="{ADBB2189-1EA4-47DD-9AD3-EF0460DC23B5}" dt="2026-03-15T05:45:26.718" v="243" actId="1076"/>
          <ac:spMkLst>
            <pc:docMk/>
            <pc:sldMk cId="0" sldId="265"/>
            <ac:spMk id="5" creationId="{1D58D596-5347-6724-B61B-2622DBFE1FF9}"/>
          </ac:spMkLst>
        </pc:spChg>
        <pc:spChg chg="mod">
          <ac:chgData name="知行 堀之内" userId="41da204072d300d1" providerId="LiveId" clId="{ADBB2189-1EA4-47DD-9AD3-EF0460DC23B5}" dt="2026-03-15T05:45:36.706" v="244"/>
          <ac:spMkLst>
            <pc:docMk/>
            <pc:sldMk cId="0" sldId="265"/>
            <ac:spMk id="6" creationId="{00000000-0000-0000-0000-000000000000}"/>
          </ac:spMkLst>
        </pc:spChg>
        <pc:spChg chg="add mod">
          <ac:chgData name="知行 堀之内" userId="41da204072d300d1" providerId="LiveId" clId="{ADBB2189-1EA4-47DD-9AD3-EF0460DC23B5}" dt="2026-03-15T05:45:26.718" v="243" actId="1076"/>
          <ac:spMkLst>
            <pc:docMk/>
            <pc:sldMk cId="0" sldId="265"/>
            <ac:spMk id="8" creationId="{207F4D55-C071-5512-F403-BD854F450553}"/>
          </ac:spMkLst>
        </pc:spChg>
        <pc:spChg chg="add mod">
          <ac:chgData name="知行 堀之内" userId="41da204072d300d1" providerId="LiveId" clId="{ADBB2189-1EA4-47DD-9AD3-EF0460DC23B5}" dt="2026-03-15T05:45:26.718" v="243" actId="1076"/>
          <ac:spMkLst>
            <pc:docMk/>
            <pc:sldMk cId="0" sldId="265"/>
            <ac:spMk id="12" creationId="{631B711B-2871-B618-CB0A-F69EAC111DA2}"/>
          </ac:spMkLst>
        </pc:spChg>
        <pc:spChg chg="add mod">
          <ac:chgData name="知行 堀之内" userId="41da204072d300d1" providerId="LiveId" clId="{ADBB2189-1EA4-47DD-9AD3-EF0460DC23B5}" dt="2026-03-15T05:45:26.718" v="243" actId="1076"/>
          <ac:spMkLst>
            <pc:docMk/>
            <pc:sldMk cId="0" sldId="265"/>
            <ac:spMk id="14" creationId="{A823F09D-B302-58A9-4A40-6FAC17CFD1AD}"/>
          </ac:spMkLst>
        </pc:spChg>
        <pc:spChg chg="add mod">
          <ac:chgData name="知行 堀之内" userId="41da204072d300d1" providerId="LiveId" clId="{ADBB2189-1EA4-47DD-9AD3-EF0460DC23B5}" dt="2026-03-15T05:45:26.718" v="243" actId="1076"/>
          <ac:spMkLst>
            <pc:docMk/>
            <pc:sldMk cId="0" sldId="265"/>
            <ac:spMk id="15" creationId="{47DC3891-7414-6784-D986-582834F1F444}"/>
          </ac:spMkLst>
        </pc:spChg>
        <pc:spChg chg="add mod">
          <ac:chgData name="知行 堀之内" userId="41da204072d300d1" providerId="LiveId" clId="{ADBB2189-1EA4-47DD-9AD3-EF0460DC23B5}" dt="2026-03-15T05:45:26.718" v="243" actId="1076"/>
          <ac:spMkLst>
            <pc:docMk/>
            <pc:sldMk cId="0" sldId="265"/>
            <ac:spMk id="19" creationId="{21089D41-9402-C15F-09A7-6765832E7EEF}"/>
          </ac:spMkLst>
        </pc:spChg>
        <pc:spChg chg="add mod">
          <ac:chgData name="知行 堀之内" userId="41da204072d300d1" providerId="LiveId" clId="{ADBB2189-1EA4-47DD-9AD3-EF0460DC23B5}" dt="2026-03-15T05:45:26.718" v="243" actId="1076"/>
          <ac:spMkLst>
            <pc:docMk/>
            <pc:sldMk cId="0" sldId="265"/>
            <ac:spMk id="35" creationId="{1D37DBF3-E983-4501-59D6-67C26350A436}"/>
          </ac:spMkLst>
        </pc:spChg>
        <pc:spChg chg="add mod">
          <ac:chgData name="知行 堀之内" userId="41da204072d300d1" providerId="LiveId" clId="{ADBB2189-1EA4-47DD-9AD3-EF0460DC23B5}" dt="2026-03-15T05:45:26.718" v="243" actId="1076"/>
          <ac:spMkLst>
            <pc:docMk/>
            <pc:sldMk cId="0" sldId="265"/>
            <ac:spMk id="49" creationId="{9D300AA7-2137-7341-57D1-1711AF5161DB}"/>
          </ac:spMkLst>
        </pc:spChg>
        <pc:spChg chg="add mod">
          <ac:chgData name="知行 堀之内" userId="41da204072d300d1" providerId="LiveId" clId="{ADBB2189-1EA4-47DD-9AD3-EF0460DC23B5}" dt="2026-03-15T05:45:26.718" v="243" actId="1076"/>
          <ac:spMkLst>
            <pc:docMk/>
            <pc:sldMk cId="0" sldId="265"/>
            <ac:spMk id="52" creationId="{2A3C9387-9218-D6BA-819B-48476948DA67}"/>
          </ac:spMkLst>
        </pc:spChg>
        <pc:spChg chg="add mod">
          <ac:chgData name="知行 堀之内" userId="41da204072d300d1" providerId="LiveId" clId="{ADBB2189-1EA4-47DD-9AD3-EF0460DC23B5}" dt="2026-03-15T05:45:26.718" v="243" actId="1076"/>
          <ac:spMkLst>
            <pc:docMk/>
            <pc:sldMk cId="0" sldId="265"/>
            <ac:spMk id="64" creationId="{F623A355-87B3-A88A-4F18-675D9D9B2F51}"/>
          </ac:spMkLst>
        </pc:spChg>
      </pc:sldChg>
      <pc:sldChg chg="del">
        <pc:chgData name="知行 堀之内" userId="41da204072d300d1" providerId="LiveId" clId="{ADBB2189-1EA4-47DD-9AD3-EF0460DC23B5}" dt="2026-03-15T05:47:22.325" v="264" actId="47"/>
        <pc:sldMkLst>
          <pc:docMk/>
          <pc:sldMk cId="0" sldId="266"/>
        </pc:sldMkLst>
      </pc:sldChg>
      <pc:sldChg chg="addSp delSp modSp mod">
        <pc:chgData name="知行 堀之内" userId="41da204072d300d1" providerId="LiveId" clId="{ADBB2189-1EA4-47DD-9AD3-EF0460DC23B5}" dt="2026-03-15T05:45:14.120" v="241" actId="1076"/>
        <pc:sldMkLst>
          <pc:docMk/>
          <pc:sldMk cId="0" sldId="267"/>
        </pc:sldMkLst>
        <pc:spChg chg="mod">
          <ac:chgData name="知行 堀之内" userId="41da204072d300d1" providerId="LiveId" clId="{ADBB2189-1EA4-47DD-9AD3-EF0460DC23B5}" dt="2026-03-15T05:44:59.801" v="238" actId="20577"/>
          <ac:spMkLst>
            <pc:docMk/>
            <pc:sldMk cId="0" sldId="267"/>
            <ac:spMk id="6" creationId="{00000000-0000-0000-0000-000000000000}"/>
          </ac:spMkLst>
        </pc:spChg>
        <pc:spChg chg="del">
          <ac:chgData name="知行 堀之内" userId="41da204072d300d1" providerId="LiveId" clId="{ADBB2189-1EA4-47DD-9AD3-EF0460DC23B5}" dt="2026-03-15T05:45:08.564" v="239" actId="478"/>
          <ac:spMkLst>
            <pc:docMk/>
            <pc:sldMk cId="0" sldId="267"/>
            <ac:spMk id="7" creationId="{00000000-0000-0000-0000-000000000000}"/>
          </ac:spMkLst>
        </pc:spChg>
        <pc:spChg chg="del">
          <ac:chgData name="知行 堀之内" userId="41da204072d300d1" providerId="LiveId" clId="{ADBB2189-1EA4-47DD-9AD3-EF0460DC23B5}" dt="2026-03-15T05:45:08.564" v="239" actId="478"/>
          <ac:spMkLst>
            <pc:docMk/>
            <pc:sldMk cId="0" sldId="267"/>
            <ac:spMk id="8" creationId="{00000000-0000-0000-0000-000000000000}"/>
          </ac:spMkLst>
        </pc:spChg>
        <pc:spChg chg="add mod">
          <ac:chgData name="知行 堀之内" userId="41da204072d300d1" providerId="LiveId" clId="{ADBB2189-1EA4-47DD-9AD3-EF0460DC23B5}" dt="2026-03-15T05:45:14.120" v="241" actId="1076"/>
          <ac:spMkLst>
            <pc:docMk/>
            <pc:sldMk cId="0" sldId="267"/>
            <ac:spMk id="16" creationId="{F1BD4385-3865-0371-498B-45790193DFC2}"/>
          </ac:spMkLst>
        </pc:spChg>
        <pc:spChg chg="add mod">
          <ac:chgData name="知行 堀之内" userId="41da204072d300d1" providerId="LiveId" clId="{ADBB2189-1EA4-47DD-9AD3-EF0460DC23B5}" dt="2026-03-15T05:45:14.120" v="241" actId="1076"/>
          <ac:spMkLst>
            <pc:docMk/>
            <pc:sldMk cId="0" sldId="267"/>
            <ac:spMk id="17" creationId="{BBBC5FA6-EC24-A8AA-1A61-6D16FF500F98}"/>
          </ac:spMkLst>
        </pc:spChg>
        <pc:spChg chg="add mod">
          <ac:chgData name="知行 堀之内" userId="41da204072d300d1" providerId="LiveId" clId="{ADBB2189-1EA4-47DD-9AD3-EF0460DC23B5}" dt="2026-03-15T05:45:14.120" v="241" actId="1076"/>
          <ac:spMkLst>
            <pc:docMk/>
            <pc:sldMk cId="0" sldId="267"/>
            <ac:spMk id="18" creationId="{7DA3A24B-59B6-F7A8-3D98-F5526D787346}"/>
          </ac:spMkLst>
        </pc:spChg>
        <pc:spChg chg="add mod">
          <ac:chgData name="知行 堀之内" userId="41da204072d300d1" providerId="LiveId" clId="{ADBB2189-1EA4-47DD-9AD3-EF0460DC23B5}" dt="2026-03-15T05:45:14.120" v="241" actId="1076"/>
          <ac:spMkLst>
            <pc:docMk/>
            <pc:sldMk cId="0" sldId="267"/>
            <ac:spMk id="22" creationId="{CA534C3D-DB50-F2E5-84BA-5A8FC61378F2}"/>
          </ac:spMkLst>
        </pc:spChg>
        <pc:spChg chg="add mod">
          <ac:chgData name="知行 堀之内" userId="41da204072d300d1" providerId="LiveId" clId="{ADBB2189-1EA4-47DD-9AD3-EF0460DC23B5}" dt="2026-03-15T05:45:14.120" v="241" actId="1076"/>
          <ac:spMkLst>
            <pc:docMk/>
            <pc:sldMk cId="0" sldId="267"/>
            <ac:spMk id="23" creationId="{1F959437-1C8C-6176-9E9A-280C72582B89}"/>
          </ac:spMkLst>
        </pc:spChg>
        <pc:spChg chg="add mod">
          <ac:chgData name="知行 堀之内" userId="41da204072d300d1" providerId="LiveId" clId="{ADBB2189-1EA4-47DD-9AD3-EF0460DC23B5}" dt="2026-03-15T05:45:14.120" v="241" actId="1076"/>
          <ac:spMkLst>
            <pc:docMk/>
            <pc:sldMk cId="0" sldId="267"/>
            <ac:spMk id="25" creationId="{A414B53C-C37B-E1CB-1928-EC762528539B}"/>
          </ac:spMkLst>
        </pc:spChg>
        <pc:spChg chg="add mod">
          <ac:chgData name="知行 堀之内" userId="41da204072d300d1" providerId="LiveId" clId="{ADBB2189-1EA4-47DD-9AD3-EF0460DC23B5}" dt="2026-03-15T05:45:14.120" v="241" actId="1076"/>
          <ac:spMkLst>
            <pc:docMk/>
            <pc:sldMk cId="0" sldId="267"/>
            <ac:spMk id="26" creationId="{1E9AB565-F33F-5FBC-8C2A-0A5068E49CE1}"/>
          </ac:spMkLst>
        </pc:spChg>
        <pc:spChg chg="add mod">
          <ac:chgData name="知行 堀之内" userId="41da204072d300d1" providerId="LiveId" clId="{ADBB2189-1EA4-47DD-9AD3-EF0460DC23B5}" dt="2026-03-15T05:45:14.120" v="241" actId="1076"/>
          <ac:spMkLst>
            <pc:docMk/>
            <pc:sldMk cId="0" sldId="267"/>
            <ac:spMk id="33" creationId="{2D7DDC3E-8B00-0C67-3302-B336F97AB18E}"/>
          </ac:spMkLst>
        </pc:spChg>
        <pc:spChg chg="add mod">
          <ac:chgData name="知行 堀之内" userId="41da204072d300d1" providerId="LiveId" clId="{ADBB2189-1EA4-47DD-9AD3-EF0460DC23B5}" dt="2026-03-15T05:45:14.120" v="241" actId="1076"/>
          <ac:spMkLst>
            <pc:docMk/>
            <pc:sldMk cId="0" sldId="267"/>
            <ac:spMk id="36" creationId="{BB871644-9426-E4C6-F4ED-EEABAB0CB6DD}"/>
          </ac:spMkLst>
        </pc:spChg>
        <pc:spChg chg="add mod">
          <ac:chgData name="知行 堀之内" userId="41da204072d300d1" providerId="LiveId" clId="{ADBB2189-1EA4-47DD-9AD3-EF0460DC23B5}" dt="2026-03-15T05:45:14.120" v="241" actId="1076"/>
          <ac:spMkLst>
            <pc:docMk/>
            <pc:sldMk cId="0" sldId="267"/>
            <ac:spMk id="37" creationId="{D1AE3E40-A088-0BE3-C275-B6EB8650621B}"/>
          </ac:spMkLst>
        </pc:spChg>
      </pc:sldChg>
      <pc:sldChg chg="addSp delSp modSp add mod">
        <pc:chgData name="知行 堀之内" userId="41da204072d300d1" providerId="LiveId" clId="{ADBB2189-1EA4-47DD-9AD3-EF0460DC23B5}" dt="2026-03-15T05:46:04.389" v="249"/>
        <pc:sldMkLst>
          <pc:docMk/>
          <pc:sldMk cId="3475229927" sldId="268"/>
        </pc:sldMkLst>
        <pc:spChg chg="mod">
          <ac:chgData name="知行 堀之内" userId="41da204072d300d1" providerId="LiveId" clId="{ADBB2189-1EA4-47DD-9AD3-EF0460DC23B5}" dt="2026-03-15T05:46:04.389" v="249"/>
          <ac:spMkLst>
            <pc:docMk/>
            <pc:sldMk cId="3475229927" sldId="268"/>
            <ac:spMk id="6" creationId="{503E58A4-2D6E-E205-7A83-A44A3AD5329E}"/>
          </ac:spMkLst>
        </pc:spChg>
        <pc:spChg chg="del">
          <ac:chgData name="知行 堀之内" userId="41da204072d300d1" providerId="LiveId" clId="{ADBB2189-1EA4-47DD-9AD3-EF0460DC23B5}" dt="2026-03-15T05:45:45.369" v="246" actId="478"/>
          <ac:spMkLst>
            <pc:docMk/>
            <pc:sldMk cId="3475229927" sldId="268"/>
            <ac:spMk id="7" creationId="{315332B4-6237-EF46-6628-BE64E7277CF1}"/>
          </ac:spMkLst>
        </pc:spChg>
        <pc:spChg chg="del">
          <ac:chgData name="知行 堀之内" userId="41da204072d300d1" providerId="LiveId" clId="{ADBB2189-1EA4-47DD-9AD3-EF0460DC23B5}" dt="2026-03-15T05:45:45.369" v="246" actId="478"/>
          <ac:spMkLst>
            <pc:docMk/>
            <pc:sldMk cId="3475229927" sldId="268"/>
            <ac:spMk id="10" creationId="{0C728994-C56F-602A-3459-E212CB5CBA85}"/>
          </ac:spMkLst>
        </pc:spChg>
        <pc:spChg chg="del">
          <ac:chgData name="知行 堀之内" userId="41da204072d300d1" providerId="LiveId" clId="{ADBB2189-1EA4-47DD-9AD3-EF0460DC23B5}" dt="2026-03-15T05:45:45.369" v="246" actId="478"/>
          <ac:spMkLst>
            <pc:docMk/>
            <pc:sldMk cId="3475229927" sldId="268"/>
            <ac:spMk id="16" creationId="{11E2E052-D121-797B-ED85-EC43838DC9B2}"/>
          </ac:spMkLst>
        </pc:spChg>
        <pc:spChg chg="del">
          <ac:chgData name="知行 堀之内" userId="41da204072d300d1" providerId="LiveId" clId="{ADBB2189-1EA4-47DD-9AD3-EF0460DC23B5}" dt="2026-03-15T05:45:45.369" v="246" actId="478"/>
          <ac:spMkLst>
            <pc:docMk/>
            <pc:sldMk cId="3475229927" sldId="268"/>
            <ac:spMk id="18" creationId="{2364D9B8-E3F5-7B42-A339-2F9B60388CC3}"/>
          </ac:spMkLst>
        </pc:spChg>
        <pc:spChg chg="del">
          <ac:chgData name="知行 堀之内" userId="41da204072d300d1" providerId="LiveId" clId="{ADBB2189-1EA4-47DD-9AD3-EF0460DC23B5}" dt="2026-03-15T05:45:45.369" v="246" actId="478"/>
          <ac:spMkLst>
            <pc:docMk/>
            <pc:sldMk cId="3475229927" sldId="268"/>
            <ac:spMk id="28" creationId="{7E69B617-8745-CE3E-7D8D-DF63BCD06BEA}"/>
          </ac:spMkLst>
        </pc:spChg>
        <pc:spChg chg="del">
          <ac:chgData name="知行 堀之内" userId="41da204072d300d1" providerId="LiveId" clId="{ADBB2189-1EA4-47DD-9AD3-EF0460DC23B5}" dt="2026-03-15T05:45:45.369" v="246" actId="478"/>
          <ac:spMkLst>
            <pc:docMk/>
            <pc:sldMk cId="3475229927" sldId="268"/>
            <ac:spMk id="39" creationId="{04521C1F-1678-1D3A-3294-CEC527B85995}"/>
          </ac:spMkLst>
        </pc:spChg>
        <pc:spChg chg="del">
          <ac:chgData name="知行 堀之内" userId="41da204072d300d1" providerId="LiveId" clId="{ADBB2189-1EA4-47DD-9AD3-EF0460DC23B5}" dt="2026-03-15T05:45:45.369" v="246" actId="478"/>
          <ac:spMkLst>
            <pc:docMk/>
            <pc:sldMk cId="3475229927" sldId="268"/>
            <ac:spMk id="45" creationId="{D6496267-EB09-C4DC-ACE6-6520FF33C8CA}"/>
          </ac:spMkLst>
        </pc:spChg>
        <pc:spChg chg="del">
          <ac:chgData name="知行 堀之内" userId="41da204072d300d1" providerId="LiveId" clId="{ADBB2189-1EA4-47DD-9AD3-EF0460DC23B5}" dt="2026-03-15T05:45:45.369" v="246" actId="478"/>
          <ac:spMkLst>
            <pc:docMk/>
            <pc:sldMk cId="3475229927" sldId="268"/>
            <ac:spMk id="50" creationId="{1489A7F3-3BDC-AB58-98B9-68AE1355699C}"/>
          </ac:spMkLst>
        </pc:spChg>
        <pc:spChg chg="del">
          <ac:chgData name="知行 堀之内" userId="41da204072d300d1" providerId="LiveId" clId="{ADBB2189-1EA4-47DD-9AD3-EF0460DC23B5}" dt="2026-03-15T05:45:45.369" v="246" actId="478"/>
          <ac:spMkLst>
            <pc:docMk/>
            <pc:sldMk cId="3475229927" sldId="268"/>
            <ac:spMk id="53" creationId="{2AEFF22F-C91C-334E-95ED-F9CC66C0CB67}"/>
          </ac:spMkLst>
        </pc:spChg>
        <pc:spChg chg="del">
          <ac:chgData name="知行 堀之内" userId="41da204072d300d1" providerId="LiveId" clId="{ADBB2189-1EA4-47DD-9AD3-EF0460DC23B5}" dt="2026-03-15T05:45:45.369" v="246" actId="478"/>
          <ac:spMkLst>
            <pc:docMk/>
            <pc:sldMk cId="3475229927" sldId="268"/>
            <ac:spMk id="57" creationId="{F85A320F-6B0D-70FC-7D36-BA2ACB751CD2}"/>
          </ac:spMkLst>
        </pc:spChg>
        <pc:spChg chg="add mod">
          <ac:chgData name="知行 堀之内" userId="41da204072d300d1" providerId="LiveId" clId="{ADBB2189-1EA4-47DD-9AD3-EF0460DC23B5}" dt="2026-03-15T05:45:54.830" v="248" actId="1076"/>
          <ac:spMkLst>
            <pc:docMk/>
            <pc:sldMk cId="3475229927" sldId="268"/>
            <ac:spMk id="69" creationId="{AA1D8A05-1677-4D2D-41D7-46BAA45EF830}"/>
          </ac:spMkLst>
        </pc:spChg>
        <pc:spChg chg="add mod">
          <ac:chgData name="知行 堀之内" userId="41da204072d300d1" providerId="LiveId" clId="{ADBB2189-1EA4-47DD-9AD3-EF0460DC23B5}" dt="2026-03-15T05:45:54.830" v="248" actId="1076"/>
          <ac:spMkLst>
            <pc:docMk/>
            <pc:sldMk cId="3475229927" sldId="268"/>
            <ac:spMk id="70" creationId="{456590C7-9101-EBA1-9E60-665844499283}"/>
          </ac:spMkLst>
        </pc:spChg>
        <pc:spChg chg="add mod">
          <ac:chgData name="知行 堀之内" userId="41da204072d300d1" providerId="LiveId" clId="{ADBB2189-1EA4-47DD-9AD3-EF0460DC23B5}" dt="2026-03-15T05:45:54.830" v="248" actId="1076"/>
          <ac:spMkLst>
            <pc:docMk/>
            <pc:sldMk cId="3475229927" sldId="268"/>
            <ac:spMk id="78" creationId="{E02BC422-C107-3C5A-18DB-8E4A49FEE802}"/>
          </ac:spMkLst>
        </pc:spChg>
        <pc:spChg chg="add mod">
          <ac:chgData name="知行 堀之内" userId="41da204072d300d1" providerId="LiveId" clId="{ADBB2189-1EA4-47DD-9AD3-EF0460DC23B5}" dt="2026-03-15T05:45:54.830" v="248" actId="1076"/>
          <ac:spMkLst>
            <pc:docMk/>
            <pc:sldMk cId="3475229927" sldId="268"/>
            <ac:spMk id="81" creationId="{A469D65A-A99B-E314-8689-97F9E28E285B}"/>
          </ac:spMkLst>
        </pc:spChg>
        <pc:spChg chg="add mod">
          <ac:chgData name="知行 堀之内" userId="41da204072d300d1" providerId="LiveId" clId="{ADBB2189-1EA4-47DD-9AD3-EF0460DC23B5}" dt="2026-03-15T05:45:54.830" v="248" actId="1076"/>
          <ac:spMkLst>
            <pc:docMk/>
            <pc:sldMk cId="3475229927" sldId="268"/>
            <ac:spMk id="82" creationId="{EB038CCD-54CF-635C-EC59-01D146EF48EB}"/>
          </ac:spMkLst>
        </pc:spChg>
        <pc:spChg chg="add mod">
          <ac:chgData name="知行 堀之内" userId="41da204072d300d1" providerId="LiveId" clId="{ADBB2189-1EA4-47DD-9AD3-EF0460DC23B5}" dt="2026-03-15T05:45:54.830" v="248" actId="1076"/>
          <ac:spMkLst>
            <pc:docMk/>
            <pc:sldMk cId="3475229927" sldId="268"/>
            <ac:spMk id="88" creationId="{ED47F846-360E-4DF1-0F0F-E7A22C881233}"/>
          </ac:spMkLst>
        </pc:spChg>
        <pc:spChg chg="add mod">
          <ac:chgData name="知行 堀之内" userId="41da204072d300d1" providerId="LiveId" clId="{ADBB2189-1EA4-47DD-9AD3-EF0460DC23B5}" dt="2026-03-15T05:45:54.830" v="248" actId="1076"/>
          <ac:spMkLst>
            <pc:docMk/>
            <pc:sldMk cId="3475229927" sldId="268"/>
            <ac:spMk id="92" creationId="{C75EA727-83D2-FF1C-B09E-2787385A191E}"/>
          </ac:spMkLst>
        </pc:spChg>
        <pc:spChg chg="add mod">
          <ac:chgData name="知行 堀之内" userId="41da204072d300d1" providerId="LiveId" clId="{ADBB2189-1EA4-47DD-9AD3-EF0460DC23B5}" dt="2026-03-15T05:45:54.830" v="248" actId="1076"/>
          <ac:spMkLst>
            <pc:docMk/>
            <pc:sldMk cId="3475229927" sldId="268"/>
            <ac:spMk id="93" creationId="{FBA81797-5BC1-2C48-4126-C8B9F8FA440B}"/>
          </ac:spMkLst>
        </pc:spChg>
        <pc:spChg chg="add mod">
          <ac:chgData name="知行 堀之内" userId="41da204072d300d1" providerId="LiveId" clId="{ADBB2189-1EA4-47DD-9AD3-EF0460DC23B5}" dt="2026-03-15T05:45:54.830" v="248" actId="1076"/>
          <ac:spMkLst>
            <pc:docMk/>
            <pc:sldMk cId="3475229927" sldId="268"/>
            <ac:spMk id="97" creationId="{FE767F43-0239-B520-6F38-7F22FB756402}"/>
          </ac:spMkLst>
        </pc:spChg>
        <pc:spChg chg="add mod">
          <ac:chgData name="知行 堀之内" userId="41da204072d300d1" providerId="LiveId" clId="{ADBB2189-1EA4-47DD-9AD3-EF0460DC23B5}" dt="2026-03-15T05:45:54.830" v="248" actId="1076"/>
          <ac:spMkLst>
            <pc:docMk/>
            <pc:sldMk cId="3475229927" sldId="268"/>
            <ac:spMk id="99" creationId="{0619525B-4BA7-8FAE-E633-D2E16A6F1E64}"/>
          </ac:spMkLst>
        </pc:spChg>
      </pc:sldChg>
      <pc:sldChg chg="addSp delSp modSp add mod">
        <pc:chgData name="知行 堀之内" userId="41da204072d300d1" providerId="LiveId" clId="{ADBB2189-1EA4-47DD-9AD3-EF0460DC23B5}" dt="2026-03-15T05:46:43.118" v="258" actId="1076"/>
        <pc:sldMkLst>
          <pc:docMk/>
          <pc:sldMk cId="1633276748" sldId="269"/>
        </pc:sldMkLst>
        <pc:spChg chg="del">
          <ac:chgData name="知行 堀之内" userId="41da204072d300d1" providerId="LiveId" clId="{ADBB2189-1EA4-47DD-9AD3-EF0460DC23B5}" dt="2026-03-15T05:46:24.024" v="254" actId="478"/>
          <ac:spMkLst>
            <pc:docMk/>
            <pc:sldMk cId="1633276748" sldId="269"/>
            <ac:spMk id="3" creationId="{54E8C869-685F-FA0F-B3BD-01453647D54E}"/>
          </ac:spMkLst>
        </pc:spChg>
        <pc:spChg chg="add mod">
          <ac:chgData name="知行 堀之内" userId="41da204072d300d1" providerId="LiveId" clId="{ADBB2189-1EA4-47DD-9AD3-EF0460DC23B5}" dt="2026-03-15T05:46:34.240" v="257" actId="1076"/>
          <ac:spMkLst>
            <pc:docMk/>
            <pc:sldMk cId="1633276748" sldId="269"/>
            <ac:spMk id="4" creationId="{EFC519C3-CEBF-0EAA-D828-BC08DECD221B}"/>
          </ac:spMkLst>
        </pc:spChg>
        <pc:spChg chg="mod">
          <ac:chgData name="知行 堀之内" userId="41da204072d300d1" providerId="LiveId" clId="{ADBB2189-1EA4-47DD-9AD3-EF0460DC23B5}" dt="2026-03-15T05:46:18.258" v="252"/>
          <ac:spMkLst>
            <pc:docMk/>
            <pc:sldMk cId="1633276748" sldId="269"/>
            <ac:spMk id="6" creationId="{BE26874E-6F16-E41F-B3F3-A58E87711CCD}"/>
          </ac:spMkLst>
        </pc:spChg>
        <pc:spChg chg="add mod">
          <ac:chgData name="知行 堀之内" userId="41da204072d300d1" providerId="LiveId" clId="{ADBB2189-1EA4-47DD-9AD3-EF0460DC23B5}" dt="2026-03-15T05:46:34.240" v="257" actId="1076"/>
          <ac:spMkLst>
            <pc:docMk/>
            <pc:sldMk cId="1633276748" sldId="269"/>
            <ac:spMk id="7" creationId="{3329C8A4-2380-6BBA-AE39-D9A7CD97E385}"/>
          </ac:spMkLst>
        </pc:spChg>
        <pc:spChg chg="add mod">
          <ac:chgData name="知行 堀之内" userId="41da204072d300d1" providerId="LiveId" clId="{ADBB2189-1EA4-47DD-9AD3-EF0460DC23B5}" dt="2026-03-15T05:46:34.240" v="257" actId="1076"/>
          <ac:spMkLst>
            <pc:docMk/>
            <pc:sldMk cId="1633276748" sldId="269"/>
            <ac:spMk id="8" creationId="{DAD0AC8B-AF66-D643-2DC8-8382D48D2EEF}"/>
          </ac:spMkLst>
        </pc:spChg>
        <pc:spChg chg="add mod">
          <ac:chgData name="知行 堀之内" userId="41da204072d300d1" providerId="LiveId" clId="{ADBB2189-1EA4-47DD-9AD3-EF0460DC23B5}" dt="2026-03-15T05:46:34.240" v="257" actId="1076"/>
          <ac:spMkLst>
            <pc:docMk/>
            <pc:sldMk cId="1633276748" sldId="269"/>
            <ac:spMk id="9" creationId="{A5D6D2A3-CAA1-6846-6FEF-F6AE7A38FB14}"/>
          </ac:spMkLst>
        </pc:spChg>
        <pc:spChg chg="add mod">
          <ac:chgData name="知行 堀之内" userId="41da204072d300d1" providerId="LiveId" clId="{ADBB2189-1EA4-47DD-9AD3-EF0460DC23B5}" dt="2026-03-15T05:46:34.240" v="257" actId="1076"/>
          <ac:spMkLst>
            <pc:docMk/>
            <pc:sldMk cId="1633276748" sldId="269"/>
            <ac:spMk id="13" creationId="{28547186-EF1C-DA4D-1453-F6E27CC838C2}"/>
          </ac:spMkLst>
        </pc:spChg>
        <pc:spChg chg="mod">
          <ac:chgData name="知行 堀之内" userId="41da204072d300d1" providerId="LiveId" clId="{ADBB2189-1EA4-47DD-9AD3-EF0460DC23B5}" dt="2026-03-15T05:46:43.118" v="258" actId="1076"/>
          <ac:spMkLst>
            <pc:docMk/>
            <pc:sldMk cId="1633276748" sldId="269"/>
            <ac:spMk id="22" creationId="{E2343BAE-FC37-C439-D5F8-F5E9D6AC47FD}"/>
          </ac:spMkLst>
        </pc:spChg>
        <pc:spChg chg="add mod">
          <ac:chgData name="知行 堀之内" userId="41da204072d300d1" providerId="LiveId" clId="{ADBB2189-1EA4-47DD-9AD3-EF0460DC23B5}" dt="2026-03-15T05:46:34.240" v="257" actId="1076"/>
          <ac:spMkLst>
            <pc:docMk/>
            <pc:sldMk cId="1633276748" sldId="269"/>
            <ac:spMk id="24" creationId="{7F7057F0-F9BC-A25B-F871-4684C0FC83BC}"/>
          </ac:spMkLst>
        </pc:spChg>
        <pc:spChg chg="add mod">
          <ac:chgData name="知行 堀之内" userId="41da204072d300d1" providerId="LiveId" clId="{ADBB2189-1EA4-47DD-9AD3-EF0460DC23B5}" dt="2026-03-15T05:46:34.240" v="257" actId="1076"/>
          <ac:spMkLst>
            <pc:docMk/>
            <pc:sldMk cId="1633276748" sldId="269"/>
            <ac:spMk id="31" creationId="{A5943DC4-D6D9-83B2-8606-9322D06363FD}"/>
          </ac:spMkLst>
        </pc:spChg>
        <pc:spChg chg="add mod">
          <ac:chgData name="知行 堀之内" userId="41da204072d300d1" providerId="LiveId" clId="{ADBB2189-1EA4-47DD-9AD3-EF0460DC23B5}" dt="2026-03-15T05:46:34.240" v="257" actId="1076"/>
          <ac:spMkLst>
            <pc:docMk/>
            <pc:sldMk cId="1633276748" sldId="269"/>
            <ac:spMk id="34" creationId="{1306E5BE-CFBB-1449-8161-8C8A74B5B907}"/>
          </ac:spMkLst>
        </pc:spChg>
        <pc:spChg chg="add mod">
          <ac:chgData name="知行 堀之内" userId="41da204072d300d1" providerId="LiveId" clId="{ADBB2189-1EA4-47DD-9AD3-EF0460DC23B5}" dt="2026-03-15T05:46:34.240" v="257" actId="1076"/>
          <ac:spMkLst>
            <pc:docMk/>
            <pc:sldMk cId="1633276748" sldId="269"/>
            <ac:spMk id="35" creationId="{52745AAA-B011-EA23-48AA-D306AE424DFF}"/>
          </ac:spMkLst>
        </pc:spChg>
        <pc:spChg chg="add mod">
          <ac:chgData name="知行 堀之内" userId="41da204072d300d1" providerId="LiveId" clId="{ADBB2189-1EA4-47DD-9AD3-EF0460DC23B5}" dt="2026-03-15T05:46:34.240" v="257" actId="1076"/>
          <ac:spMkLst>
            <pc:docMk/>
            <pc:sldMk cId="1633276748" sldId="269"/>
            <ac:spMk id="41" creationId="{255027A2-CB29-C715-33B5-F1FCDD426D4B}"/>
          </ac:spMkLst>
        </pc:spChg>
        <pc:spChg chg="del">
          <ac:chgData name="知行 堀之内" userId="41da204072d300d1" providerId="LiveId" clId="{ADBB2189-1EA4-47DD-9AD3-EF0460DC23B5}" dt="2026-03-15T05:46:20.778" v="253" actId="478"/>
          <ac:spMkLst>
            <pc:docMk/>
            <pc:sldMk cId="1633276748" sldId="269"/>
            <ac:spMk id="67" creationId="{2E0446AD-58D8-E83B-8115-FC8EEA971E12}"/>
          </ac:spMkLst>
        </pc:spChg>
        <pc:spChg chg="del">
          <ac:chgData name="知行 堀之内" userId="41da204072d300d1" providerId="LiveId" clId="{ADBB2189-1EA4-47DD-9AD3-EF0460DC23B5}" dt="2026-03-15T05:46:20.778" v="253" actId="478"/>
          <ac:spMkLst>
            <pc:docMk/>
            <pc:sldMk cId="1633276748" sldId="269"/>
            <ac:spMk id="68" creationId="{EB23F75A-9888-2693-ADF8-D251DB80ED05}"/>
          </ac:spMkLst>
        </pc:spChg>
        <pc:spChg chg="del">
          <ac:chgData name="知行 堀之内" userId="41da204072d300d1" providerId="LiveId" clId="{ADBB2189-1EA4-47DD-9AD3-EF0460DC23B5}" dt="2026-03-15T05:46:20.778" v="253" actId="478"/>
          <ac:spMkLst>
            <pc:docMk/>
            <pc:sldMk cId="1633276748" sldId="269"/>
            <ac:spMk id="70" creationId="{928655AB-A23D-A2B3-8E1C-489B2E6E8452}"/>
          </ac:spMkLst>
        </pc:spChg>
        <pc:spChg chg="del">
          <ac:chgData name="知行 堀之内" userId="41da204072d300d1" providerId="LiveId" clId="{ADBB2189-1EA4-47DD-9AD3-EF0460DC23B5}" dt="2026-03-15T05:46:20.778" v="253" actId="478"/>
          <ac:spMkLst>
            <pc:docMk/>
            <pc:sldMk cId="1633276748" sldId="269"/>
            <ac:spMk id="73" creationId="{69CE5134-553C-1B98-A211-35A69CA50D1F}"/>
          </ac:spMkLst>
        </pc:spChg>
        <pc:spChg chg="del">
          <ac:chgData name="知行 堀之内" userId="41da204072d300d1" providerId="LiveId" clId="{ADBB2189-1EA4-47DD-9AD3-EF0460DC23B5}" dt="2026-03-15T05:46:20.778" v="253" actId="478"/>
          <ac:spMkLst>
            <pc:docMk/>
            <pc:sldMk cId="1633276748" sldId="269"/>
            <ac:spMk id="80" creationId="{0DD32F3A-E5F0-0BC0-5472-5B323416CA67}"/>
          </ac:spMkLst>
        </pc:spChg>
        <pc:spChg chg="del">
          <ac:chgData name="知行 堀之内" userId="41da204072d300d1" providerId="LiveId" clId="{ADBB2189-1EA4-47DD-9AD3-EF0460DC23B5}" dt="2026-03-15T05:46:20.778" v="253" actId="478"/>
          <ac:spMkLst>
            <pc:docMk/>
            <pc:sldMk cId="1633276748" sldId="269"/>
            <ac:spMk id="82" creationId="{BB7F984C-2757-15BC-3127-4E664F7CD4BF}"/>
          </ac:spMkLst>
        </pc:spChg>
        <pc:spChg chg="del">
          <ac:chgData name="知行 堀之内" userId="41da204072d300d1" providerId="LiveId" clId="{ADBB2189-1EA4-47DD-9AD3-EF0460DC23B5}" dt="2026-03-15T05:46:20.778" v="253" actId="478"/>
          <ac:spMkLst>
            <pc:docMk/>
            <pc:sldMk cId="1633276748" sldId="269"/>
            <ac:spMk id="86" creationId="{A581A465-1606-A4B6-5DB1-F25FFB9E5438}"/>
          </ac:spMkLst>
        </pc:spChg>
        <pc:spChg chg="del">
          <ac:chgData name="知行 堀之内" userId="41da204072d300d1" providerId="LiveId" clId="{ADBB2189-1EA4-47DD-9AD3-EF0460DC23B5}" dt="2026-03-15T05:46:20.778" v="253" actId="478"/>
          <ac:spMkLst>
            <pc:docMk/>
            <pc:sldMk cId="1633276748" sldId="269"/>
            <ac:spMk id="87" creationId="{7E065364-97D6-845E-4403-39D7CC12CDBC}"/>
          </ac:spMkLst>
        </pc:spChg>
        <pc:spChg chg="del">
          <ac:chgData name="知行 堀之内" userId="41da204072d300d1" providerId="LiveId" clId="{ADBB2189-1EA4-47DD-9AD3-EF0460DC23B5}" dt="2026-03-15T05:46:20.778" v="253" actId="478"/>
          <ac:spMkLst>
            <pc:docMk/>
            <pc:sldMk cId="1633276748" sldId="269"/>
            <ac:spMk id="90" creationId="{0FD57251-CDB8-89F9-0D11-53F1BA00CC4D}"/>
          </ac:spMkLst>
        </pc:spChg>
        <pc:spChg chg="del">
          <ac:chgData name="知行 堀之内" userId="41da204072d300d1" providerId="LiveId" clId="{ADBB2189-1EA4-47DD-9AD3-EF0460DC23B5}" dt="2026-03-15T05:46:24.024" v="254" actId="478"/>
          <ac:spMkLst>
            <pc:docMk/>
            <pc:sldMk cId="1633276748" sldId="269"/>
            <ac:spMk id="91" creationId="{B8A32D29-50A7-AACD-4617-489F8BBED572}"/>
          </ac:spMkLst>
        </pc:spChg>
        <pc:spChg chg="del">
          <ac:chgData name="知行 堀之内" userId="41da204072d300d1" providerId="LiveId" clId="{ADBB2189-1EA4-47DD-9AD3-EF0460DC23B5}" dt="2026-03-15T05:46:24.024" v="254" actId="478"/>
          <ac:spMkLst>
            <pc:docMk/>
            <pc:sldMk cId="1633276748" sldId="269"/>
            <ac:spMk id="92" creationId="{9CA27906-EFBD-AEE3-8AAE-C26D12CF312D}"/>
          </ac:spMkLst>
        </pc:spChg>
        <pc:spChg chg="del">
          <ac:chgData name="知行 堀之内" userId="41da204072d300d1" providerId="LiveId" clId="{ADBB2189-1EA4-47DD-9AD3-EF0460DC23B5}" dt="2026-03-15T05:46:24.024" v="254" actId="478"/>
          <ac:spMkLst>
            <pc:docMk/>
            <pc:sldMk cId="1633276748" sldId="269"/>
            <ac:spMk id="93" creationId="{D8CAAC2C-38C9-0C9D-7DBE-C4866ABEE834}"/>
          </ac:spMkLst>
        </pc:spChg>
        <pc:spChg chg="del">
          <ac:chgData name="知行 堀之内" userId="41da204072d300d1" providerId="LiveId" clId="{ADBB2189-1EA4-47DD-9AD3-EF0460DC23B5}" dt="2026-03-15T05:46:24.024" v="254" actId="478"/>
          <ac:spMkLst>
            <pc:docMk/>
            <pc:sldMk cId="1633276748" sldId="269"/>
            <ac:spMk id="94" creationId="{55FDADD0-9A42-3347-87B4-5864574A0CEB}"/>
          </ac:spMkLst>
        </pc:spChg>
        <pc:spChg chg="del">
          <ac:chgData name="知行 堀之内" userId="41da204072d300d1" providerId="LiveId" clId="{ADBB2189-1EA4-47DD-9AD3-EF0460DC23B5}" dt="2026-03-15T05:46:20.778" v="253" actId="478"/>
          <ac:spMkLst>
            <pc:docMk/>
            <pc:sldMk cId="1633276748" sldId="269"/>
            <ac:spMk id="95" creationId="{EFD0FAA5-3F51-BB19-C3B9-06B967E9DDA1}"/>
          </ac:spMkLst>
        </pc:spChg>
        <pc:spChg chg="del">
          <ac:chgData name="知行 堀之内" userId="41da204072d300d1" providerId="LiveId" clId="{ADBB2189-1EA4-47DD-9AD3-EF0460DC23B5}" dt="2026-03-15T05:46:24.024" v="254" actId="478"/>
          <ac:spMkLst>
            <pc:docMk/>
            <pc:sldMk cId="1633276748" sldId="269"/>
            <ac:spMk id="96" creationId="{B62FE672-6576-FD43-A7A8-269688DDAED2}"/>
          </ac:spMkLst>
        </pc:spChg>
        <pc:spChg chg="del">
          <ac:chgData name="知行 堀之内" userId="41da204072d300d1" providerId="LiveId" clId="{ADBB2189-1EA4-47DD-9AD3-EF0460DC23B5}" dt="2026-03-15T05:46:24.024" v="254" actId="478"/>
          <ac:spMkLst>
            <pc:docMk/>
            <pc:sldMk cId="1633276748" sldId="269"/>
            <ac:spMk id="97" creationId="{3915D758-9E37-87CD-B421-50B0841F7A75}"/>
          </ac:spMkLst>
        </pc:spChg>
        <pc:spChg chg="del">
          <ac:chgData name="知行 堀之内" userId="41da204072d300d1" providerId="LiveId" clId="{ADBB2189-1EA4-47DD-9AD3-EF0460DC23B5}" dt="2026-03-15T05:46:24.024" v="254" actId="478"/>
          <ac:spMkLst>
            <pc:docMk/>
            <pc:sldMk cId="1633276748" sldId="269"/>
            <ac:spMk id="99" creationId="{F974163A-B6C4-6D97-A276-3643314474C2}"/>
          </ac:spMkLst>
        </pc:spChg>
        <pc:spChg chg="del">
          <ac:chgData name="知行 堀之内" userId="41da204072d300d1" providerId="LiveId" clId="{ADBB2189-1EA4-47DD-9AD3-EF0460DC23B5}" dt="2026-03-15T05:46:24.024" v="254" actId="478"/>
          <ac:spMkLst>
            <pc:docMk/>
            <pc:sldMk cId="1633276748" sldId="269"/>
            <ac:spMk id="100" creationId="{DF263226-950A-FC4F-F877-AEEBA3E0BA4F}"/>
          </ac:spMkLst>
        </pc:spChg>
      </pc:sldChg>
      <pc:sldChg chg="addSp delSp modSp add mod">
        <pc:chgData name="知行 堀之内" userId="41da204072d300d1" providerId="LiveId" clId="{ADBB2189-1EA4-47DD-9AD3-EF0460DC23B5}" dt="2026-03-15T05:47:16.893" v="263" actId="1076"/>
        <pc:sldMkLst>
          <pc:docMk/>
          <pc:sldMk cId="4224202504" sldId="270"/>
        </pc:sldMkLst>
        <pc:spChg chg="del">
          <ac:chgData name="知行 堀之内" userId="41da204072d300d1" providerId="LiveId" clId="{ADBB2189-1EA4-47DD-9AD3-EF0460DC23B5}" dt="2026-03-15T05:47:03.868" v="261" actId="478"/>
          <ac:spMkLst>
            <pc:docMk/>
            <pc:sldMk cId="4224202504" sldId="270"/>
            <ac:spMk id="4" creationId="{18ECE1B2-E184-81D2-8CAC-419B7B8AE6E7}"/>
          </ac:spMkLst>
        </pc:spChg>
        <pc:spChg chg="mod">
          <ac:chgData name="知行 堀之内" userId="41da204072d300d1" providerId="LiveId" clId="{ADBB2189-1EA4-47DD-9AD3-EF0460DC23B5}" dt="2026-03-15T05:47:01.410" v="260"/>
          <ac:spMkLst>
            <pc:docMk/>
            <pc:sldMk cId="4224202504" sldId="270"/>
            <ac:spMk id="6" creationId="{AD09C995-D446-5F51-F787-FBCF87BF8387}"/>
          </ac:spMkLst>
        </pc:spChg>
        <pc:spChg chg="del">
          <ac:chgData name="知行 堀之内" userId="41da204072d300d1" providerId="LiveId" clId="{ADBB2189-1EA4-47DD-9AD3-EF0460DC23B5}" dt="2026-03-15T05:47:03.868" v="261" actId="478"/>
          <ac:spMkLst>
            <pc:docMk/>
            <pc:sldMk cId="4224202504" sldId="270"/>
            <ac:spMk id="9" creationId="{81483329-5AFA-8827-F518-65A75A792AEF}"/>
          </ac:spMkLst>
        </pc:spChg>
        <pc:spChg chg="del">
          <ac:chgData name="知行 堀之内" userId="41da204072d300d1" providerId="LiveId" clId="{ADBB2189-1EA4-47DD-9AD3-EF0460DC23B5}" dt="2026-03-15T05:47:03.868" v="261" actId="478"/>
          <ac:spMkLst>
            <pc:docMk/>
            <pc:sldMk cId="4224202504" sldId="270"/>
            <ac:spMk id="13" creationId="{D0B6F4E7-1D37-6154-2C63-91A38B5A578C}"/>
          </ac:spMkLst>
        </pc:spChg>
        <pc:spChg chg="del">
          <ac:chgData name="知行 堀之内" userId="41da204072d300d1" providerId="LiveId" clId="{ADBB2189-1EA4-47DD-9AD3-EF0460DC23B5}" dt="2026-03-15T05:47:03.868" v="261" actId="478"/>
          <ac:spMkLst>
            <pc:docMk/>
            <pc:sldMk cId="4224202504" sldId="270"/>
            <ac:spMk id="14" creationId="{CD7F0841-2728-0FE9-B998-25C833FD8C78}"/>
          </ac:spMkLst>
        </pc:spChg>
        <pc:spChg chg="del">
          <ac:chgData name="知行 堀之内" userId="41da204072d300d1" providerId="LiveId" clId="{ADBB2189-1EA4-47DD-9AD3-EF0460DC23B5}" dt="2026-03-15T05:47:03.868" v="261" actId="478"/>
          <ac:spMkLst>
            <pc:docMk/>
            <pc:sldMk cId="4224202504" sldId="270"/>
            <ac:spMk id="18" creationId="{412ED0EB-72B5-13A9-F446-AA947A43090C}"/>
          </ac:spMkLst>
        </pc:spChg>
        <pc:spChg chg="del">
          <ac:chgData name="知行 堀之内" userId="41da204072d300d1" providerId="LiveId" clId="{ADBB2189-1EA4-47DD-9AD3-EF0460DC23B5}" dt="2026-03-15T05:47:03.868" v="261" actId="478"/>
          <ac:spMkLst>
            <pc:docMk/>
            <pc:sldMk cId="4224202504" sldId="270"/>
            <ac:spMk id="28" creationId="{43EC09EF-081D-354E-58FC-8FA4DB557246}"/>
          </ac:spMkLst>
        </pc:spChg>
        <pc:spChg chg="del">
          <ac:chgData name="知行 堀之内" userId="41da204072d300d1" providerId="LiveId" clId="{ADBB2189-1EA4-47DD-9AD3-EF0460DC23B5}" dt="2026-03-15T05:47:03.868" v="261" actId="478"/>
          <ac:spMkLst>
            <pc:docMk/>
            <pc:sldMk cId="4224202504" sldId="270"/>
            <ac:spMk id="30" creationId="{2A1D123C-5201-6C6E-41E5-27833C7BF4F6}"/>
          </ac:spMkLst>
        </pc:spChg>
        <pc:spChg chg="del">
          <ac:chgData name="知行 堀之内" userId="41da204072d300d1" providerId="LiveId" clId="{ADBB2189-1EA4-47DD-9AD3-EF0460DC23B5}" dt="2026-03-15T05:47:03.868" v="261" actId="478"/>
          <ac:spMkLst>
            <pc:docMk/>
            <pc:sldMk cId="4224202504" sldId="270"/>
            <ac:spMk id="34" creationId="{CB1DD7B0-2110-55B6-9CED-76C357CA0BDE}"/>
          </ac:spMkLst>
        </pc:spChg>
        <pc:spChg chg="del">
          <ac:chgData name="知行 堀之内" userId="41da204072d300d1" providerId="LiveId" clId="{ADBB2189-1EA4-47DD-9AD3-EF0460DC23B5}" dt="2026-03-15T05:47:03.868" v="261" actId="478"/>
          <ac:spMkLst>
            <pc:docMk/>
            <pc:sldMk cId="4224202504" sldId="270"/>
            <ac:spMk id="35" creationId="{CE5F2D06-E558-B713-889F-91E1F83176E5}"/>
          </ac:spMkLst>
        </pc:spChg>
        <pc:spChg chg="del">
          <ac:chgData name="知行 堀之内" userId="41da204072d300d1" providerId="LiveId" clId="{ADBB2189-1EA4-47DD-9AD3-EF0460DC23B5}" dt="2026-03-15T05:47:03.868" v="261" actId="478"/>
          <ac:spMkLst>
            <pc:docMk/>
            <pc:sldMk cId="4224202504" sldId="270"/>
            <ac:spMk id="38" creationId="{D0EAF95D-8577-925E-72A9-0D03934D1A9A}"/>
          </ac:spMkLst>
        </pc:spChg>
        <pc:spChg chg="add mod">
          <ac:chgData name="知行 堀之内" userId="41da204072d300d1" providerId="LiveId" clId="{ADBB2189-1EA4-47DD-9AD3-EF0460DC23B5}" dt="2026-03-15T05:47:16.893" v="263" actId="1076"/>
          <ac:spMkLst>
            <pc:docMk/>
            <pc:sldMk cId="4224202504" sldId="270"/>
            <ac:spMk id="46" creationId="{63C31F8F-5EF0-82B5-8573-94BF0FCE3EC8}"/>
          </ac:spMkLst>
        </pc:spChg>
        <pc:spChg chg="add mod">
          <ac:chgData name="知行 堀之内" userId="41da204072d300d1" providerId="LiveId" clId="{ADBB2189-1EA4-47DD-9AD3-EF0460DC23B5}" dt="2026-03-15T05:47:16.893" v="263" actId="1076"/>
          <ac:spMkLst>
            <pc:docMk/>
            <pc:sldMk cId="4224202504" sldId="270"/>
            <ac:spMk id="52" creationId="{24FAB82C-1E03-1385-0D5F-F2ACC272C3CF}"/>
          </ac:spMkLst>
        </pc:spChg>
        <pc:spChg chg="add mod">
          <ac:chgData name="知行 堀之内" userId="41da204072d300d1" providerId="LiveId" clId="{ADBB2189-1EA4-47DD-9AD3-EF0460DC23B5}" dt="2026-03-15T05:47:16.893" v="263" actId="1076"/>
          <ac:spMkLst>
            <pc:docMk/>
            <pc:sldMk cId="4224202504" sldId="270"/>
            <ac:spMk id="55" creationId="{7ADACB53-A98C-2185-7336-2839B7855FA8}"/>
          </ac:spMkLst>
        </pc:spChg>
        <pc:spChg chg="add mod">
          <ac:chgData name="知行 堀之内" userId="41da204072d300d1" providerId="LiveId" clId="{ADBB2189-1EA4-47DD-9AD3-EF0460DC23B5}" dt="2026-03-15T05:47:16.893" v="263" actId="1076"/>
          <ac:spMkLst>
            <pc:docMk/>
            <pc:sldMk cId="4224202504" sldId="270"/>
            <ac:spMk id="58" creationId="{E0C506A3-629A-3E23-C4A1-A1092E6B62F0}"/>
          </ac:spMkLst>
        </pc:spChg>
        <pc:spChg chg="add mod">
          <ac:chgData name="知行 堀之内" userId="41da204072d300d1" providerId="LiveId" clId="{ADBB2189-1EA4-47DD-9AD3-EF0460DC23B5}" dt="2026-03-15T05:47:16.893" v="263" actId="1076"/>
          <ac:spMkLst>
            <pc:docMk/>
            <pc:sldMk cId="4224202504" sldId="270"/>
            <ac:spMk id="63" creationId="{3A67A795-908C-C518-5C29-D01B85DCB67D}"/>
          </ac:spMkLst>
        </pc:spChg>
        <pc:spChg chg="add mod">
          <ac:chgData name="知行 堀之内" userId="41da204072d300d1" providerId="LiveId" clId="{ADBB2189-1EA4-47DD-9AD3-EF0460DC23B5}" dt="2026-03-15T05:47:16.893" v="263" actId="1076"/>
          <ac:spMkLst>
            <pc:docMk/>
            <pc:sldMk cId="4224202504" sldId="270"/>
            <ac:spMk id="69" creationId="{5A5CF08C-072C-DB34-9B10-EADCBF81F349}"/>
          </ac:spMkLst>
        </pc:spChg>
        <pc:spChg chg="add mod">
          <ac:chgData name="知行 堀之内" userId="41da204072d300d1" providerId="LiveId" clId="{ADBB2189-1EA4-47DD-9AD3-EF0460DC23B5}" dt="2026-03-15T05:47:16.893" v="263" actId="1076"/>
          <ac:spMkLst>
            <pc:docMk/>
            <pc:sldMk cId="4224202504" sldId="270"/>
            <ac:spMk id="70" creationId="{7C367785-5545-D45E-BFAB-661001320351}"/>
          </ac:spMkLst>
        </pc:spChg>
        <pc:spChg chg="add mod">
          <ac:chgData name="知行 堀之内" userId="41da204072d300d1" providerId="LiveId" clId="{ADBB2189-1EA4-47DD-9AD3-EF0460DC23B5}" dt="2026-03-15T05:47:16.893" v="263" actId="1076"/>
          <ac:spMkLst>
            <pc:docMk/>
            <pc:sldMk cId="4224202504" sldId="270"/>
            <ac:spMk id="77" creationId="{45FAA58A-B005-9BEB-01F5-A6B60E012A57}"/>
          </ac:spMkLst>
        </pc:spChg>
        <pc:spChg chg="add mod">
          <ac:chgData name="知行 堀之内" userId="41da204072d300d1" providerId="LiveId" clId="{ADBB2189-1EA4-47DD-9AD3-EF0460DC23B5}" dt="2026-03-15T05:47:16.893" v="263" actId="1076"/>
          <ac:spMkLst>
            <pc:docMk/>
            <pc:sldMk cId="4224202504" sldId="270"/>
            <ac:spMk id="80" creationId="{B05EB518-6B20-B300-AA4F-A43F76B40C2E}"/>
          </ac:spMkLst>
        </pc:spChg>
        <pc:spChg chg="add mod">
          <ac:chgData name="知行 堀之内" userId="41da204072d300d1" providerId="LiveId" clId="{ADBB2189-1EA4-47DD-9AD3-EF0460DC23B5}" dt="2026-03-15T05:47:16.893" v="263" actId="1076"/>
          <ac:spMkLst>
            <pc:docMk/>
            <pc:sldMk cId="4224202504" sldId="270"/>
            <ac:spMk id="83" creationId="{3228B752-2715-4B28-9E79-4404874DEFE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830A86-1025-41EC-965E-96557F931730}" type="datetimeFigureOut">
              <a:rPr kumimoji="1" lang="ja-JP" altLang="en-US" smtClean="0"/>
              <a:pPr/>
              <a:t>2026/3/15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D9AD47-97AE-4473-BBA1-94240F7D1D11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59F10F-5FFC-4FC6-9AA9-B176D899B293}" type="datetimeFigureOut">
              <a:rPr kumimoji="1" lang="ja-JP" altLang="en-US" smtClean="0"/>
              <a:pPr/>
              <a:t>2026/3/15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695325" y="739775"/>
            <a:ext cx="534511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9C0384-273B-4B7F-8727-04C553CCFBD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90E1AB11-F0DC-105F-4932-4B84E66065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6450" y="268324"/>
            <a:ext cx="2807050" cy="1063170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596516" y="1952835"/>
            <a:ext cx="7128000" cy="1512000"/>
          </a:xfrm>
        </p:spPr>
        <p:txBody>
          <a:bodyPr anchor="ctr">
            <a:noAutofit/>
          </a:bodyPr>
          <a:lstStyle>
            <a:lvl1pPr algn="l"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kumimoji="1" lang="ja-JP" altLang="en-US" dirty="0"/>
              <a:t>スライド　プレゼンテーションタイトル</a:t>
            </a:r>
            <a:br>
              <a:rPr kumimoji="1" lang="en-US" altLang="ja-JP" dirty="0"/>
            </a:br>
            <a:r>
              <a:rPr kumimoji="1" lang="ja-JP" altLang="en-US" dirty="0"/>
              <a:t>和文 メイリオ </a:t>
            </a:r>
            <a:r>
              <a:rPr kumimoji="1" lang="en-US" altLang="ja-JP" dirty="0"/>
              <a:t>Bold</a:t>
            </a:r>
            <a:r>
              <a:rPr kumimoji="1" lang="ja-JP" altLang="en-US" dirty="0"/>
              <a:t>／英数字 </a:t>
            </a:r>
            <a:r>
              <a:rPr kumimoji="1" lang="en-US" altLang="ja-JP" dirty="0"/>
              <a:t>Verdana Bold</a:t>
            </a:r>
            <a:r>
              <a:rPr kumimoji="1" lang="ja-JP" altLang="en-US" dirty="0"/>
              <a:t> </a:t>
            </a:r>
            <a:r>
              <a:rPr kumimoji="1" lang="en-US" altLang="ja-JP" dirty="0"/>
              <a:t>22pt</a:t>
            </a:r>
            <a:br>
              <a:rPr kumimoji="1" lang="en-US" altLang="ja-JP" dirty="0"/>
            </a:br>
            <a:r>
              <a:rPr kumimoji="1" lang="ja-JP" altLang="en-US" dirty="0"/>
              <a:t>行間 </a:t>
            </a:r>
            <a:r>
              <a:rPr kumimoji="1" lang="en-US" altLang="ja-JP" dirty="0"/>
              <a:t>42pt</a:t>
            </a:r>
            <a:r>
              <a:rPr kumimoji="1" lang="ja-JP" altLang="en-US" dirty="0"/>
              <a:t>　カラー：</a:t>
            </a:r>
            <a:r>
              <a:rPr kumimoji="1" lang="en-US" altLang="ja-JP" dirty="0"/>
              <a:t>Gray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597016" y="3753036"/>
            <a:ext cx="4500000" cy="1296144"/>
          </a:xfrm>
        </p:spPr>
        <p:txBody>
          <a:bodyPr/>
          <a:lstStyle>
            <a:lvl1pPr marL="0" indent="0" algn="l">
              <a:lnSpc>
                <a:spcPts val="2800"/>
              </a:lnSpc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サブタイトル　　和文 メイリオ </a:t>
            </a:r>
            <a:r>
              <a:rPr kumimoji="1" lang="en-US" altLang="ja-JP" dirty="0"/>
              <a:t>Bold</a:t>
            </a:r>
            <a:r>
              <a:rPr kumimoji="1" lang="ja-JP" altLang="en-US" dirty="0"/>
              <a:t>／英数字 </a:t>
            </a:r>
            <a:r>
              <a:rPr kumimoji="1" lang="en-US" altLang="ja-JP" dirty="0"/>
              <a:t>Verdana Bold</a:t>
            </a:r>
            <a:r>
              <a:rPr kumimoji="1" lang="ja-JP" altLang="en-US" dirty="0"/>
              <a:t> </a:t>
            </a:r>
            <a:r>
              <a:rPr kumimoji="1" lang="en-US" altLang="ja-JP" dirty="0"/>
              <a:t>18pt</a:t>
            </a:r>
            <a:r>
              <a:rPr kumimoji="1" lang="ja-JP" altLang="en-US" dirty="0"/>
              <a:t>・行間 </a:t>
            </a:r>
            <a:r>
              <a:rPr kumimoji="1" lang="en-US" altLang="ja-JP" dirty="0"/>
              <a:t>28pt</a:t>
            </a:r>
            <a:r>
              <a:rPr kumimoji="1" lang="ja-JP" altLang="en-US" dirty="0"/>
              <a:t>カラー：</a:t>
            </a:r>
            <a:r>
              <a:rPr kumimoji="1" lang="en-US" altLang="ja-JP" dirty="0"/>
              <a:t>Gray</a:t>
            </a:r>
            <a:endParaRPr kumimoji="1" lang="ja-JP" altLang="en-US" dirty="0"/>
          </a:p>
        </p:txBody>
      </p:sp>
      <p:sp>
        <p:nvSpPr>
          <p:cNvPr id="9" name="スライド番号プレースホルダ 5"/>
          <p:cNvSpPr txBox="1">
            <a:spLocks/>
          </p:cNvSpPr>
          <p:nvPr userDrawn="1"/>
        </p:nvSpPr>
        <p:spPr>
          <a:xfrm>
            <a:off x="595735" y="5337212"/>
            <a:ext cx="10141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endParaRPr kumimoji="1" lang="ja-JP" altLang="en-US" sz="9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テキスト プレースホルダ 15"/>
          <p:cNvSpPr>
            <a:spLocks noGrp="1"/>
          </p:cNvSpPr>
          <p:nvPr>
            <p:ph type="body" sz="quarter" idx="11" hasCustomPrompt="1"/>
          </p:nvPr>
        </p:nvSpPr>
        <p:spPr>
          <a:xfrm>
            <a:off x="595735" y="5697252"/>
            <a:ext cx="1404937" cy="325437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kumimoji="1" lang="en-US" altLang="ja-JP" dirty="0"/>
              <a:t>&lt;date&gt;</a:t>
            </a:r>
            <a:endParaRPr kumimoji="1" lang="ja-JP" altLang="en-US" dirty="0"/>
          </a:p>
        </p:txBody>
      </p:sp>
      <p:sp>
        <p:nvSpPr>
          <p:cNvPr id="19" name="テキスト プレースホルダ 18"/>
          <p:cNvSpPr>
            <a:spLocks noGrp="1"/>
          </p:cNvSpPr>
          <p:nvPr>
            <p:ph type="body" sz="quarter" idx="12" hasCustomPrompt="1"/>
          </p:nvPr>
        </p:nvSpPr>
        <p:spPr>
          <a:xfrm>
            <a:off x="380492" y="672694"/>
            <a:ext cx="3168650" cy="395288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1200"/>
            </a:lvl1pPr>
          </a:lstStyle>
          <a:p>
            <a:pPr lvl="0"/>
            <a:r>
              <a:rPr kumimoji="1" lang="ja-JP" altLang="en-US" dirty="0"/>
              <a:t>株式会社○○御中</a:t>
            </a:r>
          </a:p>
        </p:txBody>
      </p:sp>
      <p:sp>
        <p:nvSpPr>
          <p:cNvPr id="10" name="スライド番号プレースホルダ 5"/>
          <p:cNvSpPr txBox="1">
            <a:spLocks/>
          </p:cNvSpPr>
          <p:nvPr userDrawn="1"/>
        </p:nvSpPr>
        <p:spPr>
          <a:xfrm>
            <a:off x="1" y="6633356"/>
            <a:ext cx="9093200" cy="224644"/>
          </a:xfrm>
          <a:prstGeom prst="rect">
            <a:avLst/>
          </a:prstGeom>
          <a:solidFill>
            <a:schemeClr val="accent5"/>
          </a:solidFill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      </a:t>
            </a:r>
            <a:r>
              <a:rPr kumimoji="1" lang="en-US" altLang="ja-JP" sz="7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Copyright © TechnoPro, Inc. Consulting Partners Company. All Rights Reserved.</a:t>
            </a:r>
            <a:endParaRPr kumimoji="1" lang="ja-JP" altLang="en-US" sz="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スライド番号プレースホルダ 5"/>
          <p:cNvSpPr txBox="1">
            <a:spLocks/>
          </p:cNvSpPr>
          <p:nvPr userDrawn="1"/>
        </p:nvSpPr>
        <p:spPr>
          <a:xfrm>
            <a:off x="9093200" y="6633356"/>
            <a:ext cx="812800" cy="224644"/>
          </a:xfrm>
          <a:prstGeom prst="rect">
            <a:avLst/>
          </a:prstGeom>
          <a:solidFill>
            <a:schemeClr val="accent6"/>
          </a:solidFill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表紙">
    <p:bg>
      <p:bgPr>
        <a:solidFill>
          <a:schemeClr val="bg2">
            <a:alpha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596516" y="1953004"/>
            <a:ext cx="7128000" cy="151200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lnSpc>
                <a:spcPts val="4000"/>
              </a:lnSpc>
              <a:defRPr sz="2600" b="1" baseline="0"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/>
              <a:t>中表紙</a:t>
            </a:r>
            <a:br>
              <a:rPr kumimoji="1" lang="en-US" altLang="ja-JP" dirty="0"/>
            </a:br>
            <a:r>
              <a:rPr kumimoji="1" lang="ja-JP" altLang="en-US" dirty="0"/>
              <a:t>和文 メイリオ </a:t>
            </a:r>
            <a:r>
              <a:rPr kumimoji="1" lang="en-US" altLang="ja-JP" dirty="0"/>
              <a:t>Bold</a:t>
            </a:r>
            <a:r>
              <a:rPr kumimoji="1" lang="ja-JP" altLang="en-US" dirty="0"/>
              <a:t>／英数字 </a:t>
            </a:r>
            <a:r>
              <a:rPr kumimoji="1" lang="en-US" altLang="ja-JP" dirty="0"/>
              <a:t>Verdana Bold</a:t>
            </a:r>
            <a:r>
              <a:rPr kumimoji="1" lang="ja-JP" altLang="en-US" dirty="0"/>
              <a:t> </a:t>
            </a:r>
            <a:r>
              <a:rPr kumimoji="1" lang="en-US" altLang="ja-JP" dirty="0"/>
              <a:t>26pt</a:t>
            </a:r>
            <a:r>
              <a:rPr kumimoji="1" lang="ja-JP" altLang="en-US" dirty="0"/>
              <a:t>・行間 </a:t>
            </a:r>
            <a:r>
              <a:rPr kumimoji="1" lang="en-US" altLang="ja-JP" dirty="0"/>
              <a:t>40pt</a:t>
            </a:r>
            <a:r>
              <a:rPr kumimoji="1" lang="ja-JP" altLang="en-US" dirty="0"/>
              <a:t>　カラー：</a:t>
            </a:r>
            <a:r>
              <a:rPr kumimoji="1" lang="en-US" altLang="ja-JP" dirty="0"/>
              <a:t>White</a:t>
            </a:r>
            <a:endParaRPr kumimoji="1" lang="ja-JP" altLang="en-US" dirty="0"/>
          </a:p>
        </p:txBody>
      </p:sp>
      <p:sp>
        <p:nvSpPr>
          <p:cNvPr id="10" name="テキスト プレースホルダ 9"/>
          <p:cNvSpPr>
            <a:spLocks noGrp="1"/>
          </p:cNvSpPr>
          <p:nvPr>
            <p:ph type="body" sz="quarter" idx="11" hasCustomPrompt="1"/>
          </p:nvPr>
        </p:nvSpPr>
        <p:spPr>
          <a:xfrm>
            <a:off x="597016" y="3753036"/>
            <a:ext cx="4500000" cy="129600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22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 baseline="0"/>
            </a:lvl1pPr>
          </a:lstStyle>
          <a:p>
            <a:pPr lvl="0"/>
            <a:r>
              <a:rPr kumimoji="1" lang="ja-JP" altLang="en-US" dirty="0"/>
              <a:t>サブタイトル　和文 メイリオ </a:t>
            </a:r>
            <a:r>
              <a:rPr kumimoji="1" lang="en-US" altLang="ja-JP" dirty="0"/>
              <a:t>Bold</a:t>
            </a:r>
            <a:r>
              <a:rPr kumimoji="1" lang="ja-JP" altLang="en-US" dirty="0"/>
              <a:t>／英数字 </a:t>
            </a:r>
            <a:r>
              <a:rPr kumimoji="1" lang="en-US" altLang="ja-JP" dirty="0"/>
              <a:t>Verdana Bold</a:t>
            </a:r>
            <a:r>
              <a:rPr kumimoji="1" lang="ja-JP" altLang="en-US" dirty="0"/>
              <a:t> </a:t>
            </a:r>
            <a:r>
              <a:rPr kumimoji="1" lang="en-US" altLang="ja-JP" dirty="0"/>
              <a:t>12pt</a:t>
            </a:r>
            <a:r>
              <a:rPr kumimoji="1" lang="ja-JP" altLang="en-US" dirty="0"/>
              <a:t>・行間</a:t>
            </a:r>
            <a:r>
              <a:rPr kumimoji="1" lang="en-US" altLang="ja-JP" dirty="0"/>
              <a:t>22pt</a:t>
            </a:r>
            <a:r>
              <a:rPr kumimoji="1" lang="ja-JP" altLang="en-US" dirty="0"/>
              <a:t>　カラー：</a:t>
            </a:r>
            <a:r>
              <a:rPr kumimoji="1" lang="en-US" altLang="ja-JP" dirty="0"/>
              <a:t>White </a:t>
            </a:r>
            <a:endParaRPr kumimoji="1" lang="ja-JP" altLang="en-US" dirty="0"/>
          </a:p>
        </p:txBody>
      </p:sp>
      <p:sp>
        <p:nvSpPr>
          <p:cNvPr id="9" name="スライド番号プレースホルダ 5"/>
          <p:cNvSpPr txBox="1">
            <a:spLocks/>
          </p:cNvSpPr>
          <p:nvPr userDrawn="1"/>
        </p:nvSpPr>
        <p:spPr>
          <a:xfrm>
            <a:off x="1" y="6633356"/>
            <a:ext cx="9093200" cy="224644"/>
          </a:xfrm>
          <a:prstGeom prst="rect">
            <a:avLst/>
          </a:prstGeom>
          <a:solidFill>
            <a:srgbClr val="008096"/>
          </a:solidFill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Copyright © TechnoPro, Inc. </a:t>
            </a:r>
            <a:r>
              <a:rPr kumimoji="1" lang="en-US" altLang="ja-JP" sz="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Consulting Partners Company</a:t>
            </a:r>
            <a:r>
              <a:rPr kumimoji="1" lang="en-US" altLang="ja-JP" sz="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All Rights Reserved.</a:t>
            </a:r>
          </a:p>
        </p:txBody>
      </p:sp>
      <p:sp>
        <p:nvSpPr>
          <p:cNvPr id="13" name="スライド番号プレースホルダ 5"/>
          <p:cNvSpPr txBox="1">
            <a:spLocks/>
          </p:cNvSpPr>
          <p:nvPr userDrawn="1"/>
        </p:nvSpPr>
        <p:spPr>
          <a:xfrm>
            <a:off x="9093200" y="6633356"/>
            <a:ext cx="812800" cy="224644"/>
          </a:xfrm>
          <a:prstGeom prst="rect">
            <a:avLst/>
          </a:prstGeom>
          <a:solidFill>
            <a:srgbClr val="EA8712"/>
          </a:solidFill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Verdana"/>
              <a:ea typeface="メイリオ"/>
              <a:cs typeface="+mn-cs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々表紙">
    <p:bg>
      <p:bgPr>
        <a:solidFill>
          <a:schemeClr val="accent1">
            <a:alpha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597316" y="1953004"/>
            <a:ext cx="7128000" cy="151200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lnSpc>
                <a:spcPts val="4000"/>
              </a:lnSpc>
              <a:defRPr sz="2600" b="1" baseline="0">
                <a:solidFill>
                  <a:schemeClr val="bg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kumimoji="1" lang="ja-JP" altLang="en-US" dirty="0"/>
              <a:t>中々表紙</a:t>
            </a:r>
            <a:br>
              <a:rPr kumimoji="1" lang="en-US" altLang="ja-JP" dirty="0"/>
            </a:br>
            <a:r>
              <a:rPr kumimoji="1" lang="ja-JP" altLang="en-US" dirty="0"/>
              <a:t>和文 メイリオ </a:t>
            </a:r>
            <a:r>
              <a:rPr kumimoji="1" lang="en-US" altLang="ja-JP" dirty="0"/>
              <a:t>Bold</a:t>
            </a:r>
            <a:r>
              <a:rPr kumimoji="1" lang="ja-JP" altLang="en-US" dirty="0"/>
              <a:t>／英数字 </a:t>
            </a:r>
            <a:r>
              <a:rPr kumimoji="1" lang="en-US" altLang="ja-JP" dirty="0"/>
              <a:t>Verdana Bold</a:t>
            </a:r>
            <a:r>
              <a:rPr kumimoji="1" lang="ja-JP" altLang="en-US" dirty="0"/>
              <a:t> </a:t>
            </a:r>
            <a:r>
              <a:rPr kumimoji="1" lang="en-US" altLang="ja-JP" dirty="0"/>
              <a:t>26pt</a:t>
            </a:r>
            <a:r>
              <a:rPr kumimoji="1" lang="ja-JP" altLang="en-US" dirty="0"/>
              <a:t>・行間 </a:t>
            </a:r>
            <a:r>
              <a:rPr kumimoji="1" lang="en-US" altLang="ja-JP" dirty="0"/>
              <a:t>40pt</a:t>
            </a:r>
            <a:r>
              <a:rPr kumimoji="1" lang="ja-JP" altLang="en-US" dirty="0"/>
              <a:t>　カラー：</a:t>
            </a:r>
            <a:r>
              <a:rPr kumimoji="1" lang="en-US" altLang="ja-JP" dirty="0"/>
              <a:t>Gray</a:t>
            </a:r>
            <a:endParaRPr kumimoji="1" lang="ja-JP" altLang="en-US" dirty="0"/>
          </a:p>
        </p:txBody>
      </p:sp>
      <p:sp>
        <p:nvSpPr>
          <p:cNvPr id="7" name="テキスト プレースホルダ 6"/>
          <p:cNvSpPr>
            <a:spLocks noGrp="1"/>
          </p:cNvSpPr>
          <p:nvPr>
            <p:ph type="body" sz="quarter" idx="10" hasCustomPrompt="1"/>
          </p:nvPr>
        </p:nvSpPr>
        <p:spPr>
          <a:xfrm>
            <a:off x="597016" y="3753036"/>
            <a:ext cx="4500000" cy="129600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22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b="1">
                <a:solidFill>
                  <a:schemeClr val="bg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rgbClr val="00809E"/>
                </a:solidFill>
              </a:defRPr>
            </a:lvl2pPr>
            <a:lvl3pPr>
              <a:defRPr>
                <a:solidFill>
                  <a:srgbClr val="00809E"/>
                </a:solidFill>
              </a:defRPr>
            </a:lvl3pPr>
            <a:lvl4pPr>
              <a:defRPr>
                <a:solidFill>
                  <a:srgbClr val="00809E"/>
                </a:solidFill>
              </a:defRPr>
            </a:lvl4pPr>
            <a:lvl5pPr>
              <a:defRPr>
                <a:solidFill>
                  <a:srgbClr val="00809E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1" lang="ja-JP" altLang="en-US" dirty="0"/>
              <a:t>サブタイトル　和文 メイリオ </a:t>
            </a:r>
            <a:r>
              <a:rPr kumimoji="1" lang="en-US" altLang="ja-JP" dirty="0"/>
              <a:t>Bold</a:t>
            </a:r>
            <a:r>
              <a:rPr kumimoji="1" lang="ja-JP" altLang="en-US" dirty="0"/>
              <a:t>／英数字 </a:t>
            </a:r>
            <a:r>
              <a:rPr kumimoji="1" lang="en-US" altLang="ja-JP" dirty="0"/>
              <a:t>Verdana Bold</a:t>
            </a:r>
            <a:r>
              <a:rPr kumimoji="1" lang="ja-JP" altLang="en-US" dirty="0"/>
              <a:t> </a:t>
            </a:r>
            <a:r>
              <a:rPr kumimoji="1" lang="en-US" altLang="ja-JP" dirty="0"/>
              <a:t>12pt</a:t>
            </a:r>
            <a:r>
              <a:rPr kumimoji="1" lang="ja-JP" altLang="en-US" dirty="0"/>
              <a:t>・行間</a:t>
            </a:r>
            <a:r>
              <a:rPr kumimoji="1" lang="en-US" altLang="ja-JP" dirty="0"/>
              <a:t>22pt</a:t>
            </a:r>
            <a:r>
              <a:rPr kumimoji="1" lang="ja-JP" altLang="en-US" dirty="0"/>
              <a:t>　カラー：</a:t>
            </a:r>
            <a:r>
              <a:rPr kumimoji="1" lang="en-US" altLang="ja-JP" dirty="0"/>
              <a:t>Gray </a:t>
            </a:r>
            <a:endParaRPr kumimoji="1" lang="ja-JP" altLang="en-US" dirty="0"/>
          </a:p>
        </p:txBody>
      </p:sp>
      <p:sp>
        <p:nvSpPr>
          <p:cNvPr id="10" name="スライド番号プレースホルダ 5"/>
          <p:cNvSpPr txBox="1">
            <a:spLocks/>
          </p:cNvSpPr>
          <p:nvPr userDrawn="1"/>
        </p:nvSpPr>
        <p:spPr>
          <a:xfrm>
            <a:off x="1" y="6633356"/>
            <a:ext cx="9093200" cy="224644"/>
          </a:xfrm>
          <a:prstGeom prst="rect">
            <a:avLst/>
          </a:prstGeom>
          <a:solidFill>
            <a:srgbClr val="008096"/>
          </a:solidFill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メイリオ"/>
                <a:cs typeface="+mn-cs"/>
              </a:rPr>
              <a:t>       </a:t>
            </a:r>
            <a:r>
              <a:rPr kumimoji="1" lang="en-US" altLang="ja-JP" sz="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Copyright © TechnoPro, Inc. </a:t>
            </a:r>
            <a:r>
              <a:rPr kumimoji="1" lang="en-US" altLang="ja-JP" sz="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Consulting Partners Company</a:t>
            </a:r>
            <a:r>
              <a:rPr kumimoji="1" lang="en-US" altLang="ja-JP" sz="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All Rights Reserved.</a:t>
            </a:r>
          </a:p>
        </p:txBody>
      </p:sp>
      <p:sp>
        <p:nvSpPr>
          <p:cNvPr id="11" name="スライド番号プレースホルダ 5"/>
          <p:cNvSpPr txBox="1">
            <a:spLocks/>
          </p:cNvSpPr>
          <p:nvPr userDrawn="1"/>
        </p:nvSpPr>
        <p:spPr>
          <a:xfrm>
            <a:off x="9093200" y="6633356"/>
            <a:ext cx="812800" cy="224644"/>
          </a:xfrm>
          <a:prstGeom prst="rect">
            <a:avLst/>
          </a:prstGeom>
          <a:solidFill>
            <a:srgbClr val="EA8712"/>
          </a:solidFill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Verdana"/>
              <a:ea typeface="メイリオ"/>
              <a:cs typeface="+mn-cs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ペー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DDF29F17-4ED2-32E0-163A-FECD780A4F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0931" y="2858881"/>
            <a:ext cx="2774157" cy="1050712"/>
          </a:xfrm>
          <a:prstGeom prst="rect">
            <a:avLst/>
          </a:prstGeom>
        </p:spPr>
      </p:pic>
      <p:sp>
        <p:nvSpPr>
          <p:cNvPr id="8" name="スライド番号プレースホルダ 5"/>
          <p:cNvSpPr txBox="1">
            <a:spLocks/>
          </p:cNvSpPr>
          <p:nvPr userDrawn="1"/>
        </p:nvSpPr>
        <p:spPr>
          <a:xfrm>
            <a:off x="1" y="6633356"/>
            <a:ext cx="9093200" cy="224644"/>
          </a:xfrm>
          <a:prstGeom prst="rect">
            <a:avLst/>
          </a:prstGeom>
          <a:solidFill>
            <a:schemeClr val="accent5"/>
          </a:solidFill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      </a:t>
            </a:r>
            <a:r>
              <a:rPr kumimoji="1" lang="en-US" altLang="ja-JP" sz="7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Copyright © TechnoPro, Inc. Consulting Partners Company. All Rights Reserved.</a:t>
            </a:r>
          </a:p>
        </p:txBody>
      </p:sp>
      <p:sp>
        <p:nvSpPr>
          <p:cNvPr id="9" name="スライド番号プレースホルダ 5"/>
          <p:cNvSpPr txBox="1">
            <a:spLocks/>
          </p:cNvSpPr>
          <p:nvPr userDrawn="1"/>
        </p:nvSpPr>
        <p:spPr>
          <a:xfrm>
            <a:off x="9093200" y="6633356"/>
            <a:ext cx="812800" cy="224644"/>
          </a:xfrm>
          <a:prstGeom prst="rect">
            <a:avLst/>
          </a:prstGeom>
          <a:solidFill>
            <a:schemeClr val="accent6"/>
          </a:solidFill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リードあり コンテンツペー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308484" y="274638"/>
            <a:ext cx="9277200" cy="432000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2200" b="1" baseline="0"/>
            </a:lvl1pPr>
          </a:lstStyle>
          <a:p>
            <a:r>
              <a:rPr kumimoji="1" lang="ja-JP" altLang="en-US" dirty="0"/>
              <a:t>タイトル</a:t>
            </a:r>
            <a:r>
              <a:rPr kumimoji="1" lang="en-US" altLang="ja-JP" dirty="0"/>
              <a:t>   </a:t>
            </a:r>
            <a:r>
              <a:rPr kumimoji="1" lang="ja-JP" altLang="en-US" dirty="0"/>
              <a:t>和文 メイリオ </a:t>
            </a:r>
            <a:r>
              <a:rPr kumimoji="1" lang="en-US" altLang="ja-JP" dirty="0"/>
              <a:t>Bold/</a:t>
            </a:r>
            <a:r>
              <a:rPr kumimoji="1" lang="ja-JP" altLang="en-US" dirty="0"/>
              <a:t>英数字 </a:t>
            </a:r>
            <a:r>
              <a:rPr kumimoji="1" lang="en-US" altLang="ja-JP" dirty="0"/>
              <a:t>Verdana Bold 22pt, Black</a:t>
            </a:r>
            <a:endParaRPr kumimoji="1" lang="ja-JP" altLang="en-US" dirty="0"/>
          </a:p>
        </p:txBody>
      </p:sp>
      <p:sp>
        <p:nvSpPr>
          <p:cNvPr id="3" name="スライド番号プレースホルダ 2"/>
          <p:cNvSpPr>
            <a:spLocks noGrp="1"/>
          </p:cNvSpPr>
          <p:nvPr>
            <p:ph type="sldNum" sz="quarter" idx="10"/>
          </p:nvPr>
        </p:nvSpPr>
        <p:spPr>
          <a:xfrm>
            <a:off x="9093200" y="6633356"/>
            <a:ext cx="812799" cy="224644"/>
          </a:xfrm>
        </p:spPr>
        <p:txBody>
          <a:bodyPr/>
          <a:lstStyle>
            <a:lvl1pPr algn="ctr">
              <a:defRPr sz="1000"/>
            </a:lvl1pPr>
          </a:lstStyle>
          <a:p>
            <a:fld id="{3913B849-B299-43F7-89E0-BDEEC7CFE234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11" hasCustomPrompt="1"/>
          </p:nvPr>
        </p:nvSpPr>
        <p:spPr>
          <a:xfrm>
            <a:off x="308484" y="836613"/>
            <a:ext cx="9277200" cy="792000"/>
          </a:xfrm>
        </p:spPr>
        <p:txBody>
          <a:bodyPr/>
          <a:lstStyle>
            <a:lvl4pPr>
              <a:lnSpc>
                <a:spcPts val="2600"/>
              </a:lnSpc>
              <a:defRPr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</a:lstStyle>
          <a:p>
            <a:pPr lvl="3"/>
            <a:r>
              <a:rPr kumimoji="1" lang="ja-JP" altLang="en-US" dirty="0"/>
              <a:t>リード原則</a:t>
            </a:r>
            <a:r>
              <a:rPr kumimoji="1" lang="en-US" altLang="ja-JP" dirty="0"/>
              <a:t>2</a:t>
            </a:r>
            <a:r>
              <a:rPr kumimoji="1" lang="ja-JP" altLang="en-US" dirty="0"/>
              <a:t>行以内</a:t>
            </a:r>
            <a:br>
              <a:rPr kumimoji="1" lang="en-US" altLang="ja-JP" dirty="0"/>
            </a:br>
            <a:r>
              <a:rPr kumimoji="1" lang="ja-JP" altLang="en-US" dirty="0"/>
              <a:t>和文 メイリオ </a:t>
            </a:r>
            <a:r>
              <a:rPr kumimoji="1" lang="en-US" altLang="ja-JP" dirty="0"/>
              <a:t>Bold</a:t>
            </a:r>
            <a:r>
              <a:rPr kumimoji="1" lang="ja-JP" altLang="en-US" dirty="0"/>
              <a:t>／英数字 </a:t>
            </a:r>
            <a:r>
              <a:rPr kumimoji="1" lang="en-US" altLang="ja-JP" dirty="0"/>
              <a:t>Verdana</a:t>
            </a:r>
            <a:r>
              <a:rPr kumimoji="1" lang="ja-JP" altLang="en-US" dirty="0"/>
              <a:t> </a:t>
            </a:r>
            <a:r>
              <a:rPr kumimoji="1" lang="en-US" altLang="ja-JP" dirty="0"/>
              <a:t>Bold</a:t>
            </a:r>
            <a:r>
              <a:rPr kumimoji="1" lang="ja-JP" altLang="en-US" dirty="0"/>
              <a:t> </a:t>
            </a:r>
            <a:r>
              <a:rPr kumimoji="1" lang="en-US" altLang="ja-JP" dirty="0"/>
              <a:t>16pt</a:t>
            </a:r>
            <a:r>
              <a:rPr kumimoji="1" lang="ja-JP" altLang="en-US" dirty="0"/>
              <a:t>以上・行間</a:t>
            </a:r>
            <a:r>
              <a:rPr kumimoji="1" lang="en-US" altLang="ja-JP" dirty="0"/>
              <a:t>26pt</a:t>
            </a:r>
            <a:r>
              <a:rPr kumimoji="1" lang="ja-JP" altLang="en-US" dirty="0" err="1"/>
              <a:t>、</a:t>
            </a:r>
            <a:r>
              <a:rPr kumimoji="1" lang="en-US" altLang="ja-JP" dirty="0"/>
              <a:t>Gray</a:t>
            </a:r>
            <a:r>
              <a:rPr kumimoji="1" lang="ja-JP" altLang="en-US" dirty="0"/>
              <a:t>）</a:t>
            </a:r>
            <a:endParaRPr kumimoji="1" lang="en-US" altLang="ja-JP" dirty="0"/>
          </a:p>
          <a:p>
            <a:pPr lvl="3"/>
            <a:endParaRPr kumimoji="1" lang="en-US" altLang="ja-JP" dirty="0"/>
          </a:p>
        </p:txBody>
      </p:sp>
      <p:sp>
        <p:nvSpPr>
          <p:cNvPr id="8" name="コンテンツ プレースホルダ 7"/>
          <p:cNvSpPr>
            <a:spLocks noGrp="1"/>
          </p:cNvSpPr>
          <p:nvPr>
            <p:ph sz="quarter" idx="12" hasCustomPrompt="1"/>
          </p:nvPr>
        </p:nvSpPr>
        <p:spPr>
          <a:xfrm>
            <a:off x="308484" y="1736812"/>
            <a:ext cx="9277200" cy="4572508"/>
          </a:xfrm>
        </p:spPr>
        <p:txBody>
          <a:bodyPr/>
          <a:lstStyle>
            <a:lvl1pPr>
              <a:lnSpc>
                <a:spcPts val="2400"/>
              </a:lnSpc>
              <a:defRPr sz="1400" baseline="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kumimoji="1" lang="ja-JP" altLang="en-US" dirty="0"/>
              <a:t>本文 フォント：和文 メイリオ </a:t>
            </a:r>
            <a:r>
              <a:rPr kumimoji="1" lang="en-US" altLang="ja-JP" dirty="0"/>
              <a:t>Regular</a:t>
            </a:r>
            <a:r>
              <a:rPr kumimoji="1" lang="ja-JP" altLang="en-US" dirty="0"/>
              <a:t>／英数字 </a:t>
            </a:r>
            <a:r>
              <a:rPr kumimoji="1" lang="en-US" altLang="ja-JP" dirty="0"/>
              <a:t>Verdana 14pt</a:t>
            </a:r>
            <a:r>
              <a:rPr kumimoji="1" lang="ja-JP" altLang="en-US" dirty="0"/>
              <a:t>以上・行間</a:t>
            </a:r>
            <a:r>
              <a:rPr kumimoji="1" lang="en-US" altLang="ja-JP" dirty="0"/>
              <a:t>24pt</a:t>
            </a:r>
            <a:r>
              <a:rPr kumimoji="1" lang="ja-JP" altLang="en-US" dirty="0" err="1"/>
              <a:t>、</a:t>
            </a:r>
            <a:r>
              <a:rPr kumimoji="1" lang="ja-JP" altLang="en-US" dirty="0"/>
              <a:t>カラー：</a:t>
            </a:r>
            <a:r>
              <a:rPr kumimoji="1" lang="en-US" altLang="ja-JP" dirty="0"/>
              <a:t>Gray or Black</a:t>
            </a:r>
            <a:r>
              <a:rPr kumimoji="1" lang="ja-JP" altLang="en-US" dirty="0"/>
              <a:t>　　　</a:t>
            </a:r>
            <a:r>
              <a:rPr kumimoji="1" lang="en-US" altLang="ja-JP" dirty="0"/>
              <a:t>※</a:t>
            </a:r>
            <a:r>
              <a:rPr kumimoji="1" lang="ja-JP" altLang="en-US" dirty="0"/>
              <a:t>明朝を用いる場合は、</a:t>
            </a:r>
            <a:r>
              <a:rPr kumimoji="1" lang="en-US" altLang="ja-JP" dirty="0"/>
              <a:t>MS</a:t>
            </a:r>
            <a:r>
              <a:rPr kumimoji="1" lang="ja-JP" altLang="en-US" dirty="0"/>
              <a:t> </a:t>
            </a:r>
            <a:r>
              <a:rPr kumimoji="1" lang="en-US" altLang="ja-JP" dirty="0"/>
              <a:t>P </a:t>
            </a:r>
            <a:r>
              <a:rPr kumimoji="1" lang="ja-JP" altLang="en-US" dirty="0"/>
              <a:t>明朝／</a:t>
            </a:r>
            <a:r>
              <a:rPr kumimoji="1" lang="en-US" altLang="ja-JP" dirty="0"/>
              <a:t>Georgia</a:t>
            </a:r>
            <a:r>
              <a:rPr kumimoji="1" lang="ja-JP" altLang="en-US" dirty="0"/>
              <a:t>を使用する</a:t>
            </a:r>
          </a:p>
        </p:txBody>
      </p:sp>
      <p:cxnSp>
        <p:nvCxnSpPr>
          <p:cNvPr id="11" name="直線コネクタ 10"/>
          <p:cNvCxnSpPr/>
          <p:nvPr userDrawn="1"/>
        </p:nvCxnSpPr>
        <p:spPr>
          <a:xfrm>
            <a:off x="320316" y="764704"/>
            <a:ext cx="9277200" cy="0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リードなし コンテンツペー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314400" y="274638"/>
            <a:ext cx="9277200" cy="432000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2200" b="1"/>
            </a:lvl1pPr>
          </a:lstStyle>
          <a:p>
            <a:r>
              <a:rPr kumimoji="1" lang="ja-JP" altLang="en-US" dirty="0"/>
              <a:t>タイトル</a:t>
            </a:r>
            <a:r>
              <a:rPr kumimoji="1" lang="en-US" altLang="ja-JP" dirty="0"/>
              <a:t>   </a:t>
            </a:r>
            <a:r>
              <a:rPr kumimoji="1" lang="ja-JP" altLang="en-US" dirty="0"/>
              <a:t>和文 メイリオ </a:t>
            </a:r>
            <a:r>
              <a:rPr kumimoji="1" lang="en-US" altLang="ja-JP" dirty="0"/>
              <a:t>Bold/</a:t>
            </a:r>
            <a:r>
              <a:rPr kumimoji="1" lang="ja-JP" altLang="en-US" dirty="0"/>
              <a:t>英数字 </a:t>
            </a:r>
            <a:r>
              <a:rPr kumimoji="1" lang="en-US" altLang="ja-JP" dirty="0"/>
              <a:t>Verdana Bold 22pt, Black</a:t>
            </a:r>
            <a:endParaRPr kumimoji="1" lang="ja-JP" altLang="en-US" dirty="0"/>
          </a:p>
        </p:txBody>
      </p:sp>
      <p:sp>
        <p:nvSpPr>
          <p:cNvPr id="3" name="スライド番号プレースホルダ 2"/>
          <p:cNvSpPr>
            <a:spLocks noGrp="1"/>
          </p:cNvSpPr>
          <p:nvPr>
            <p:ph type="sldNum" sz="quarter" idx="10"/>
          </p:nvPr>
        </p:nvSpPr>
        <p:spPr>
          <a:xfrm>
            <a:off x="9093200" y="6633356"/>
            <a:ext cx="812799" cy="224644"/>
          </a:xfrm>
        </p:spPr>
        <p:txBody>
          <a:bodyPr/>
          <a:lstStyle>
            <a:lvl1pPr>
              <a:defRPr sz="1000"/>
            </a:lvl1pPr>
          </a:lstStyle>
          <a:p>
            <a:fld id="{3913B849-B299-43F7-89E0-BDEEC7CFE234}" type="slidenum">
              <a:rPr lang="ja-JP" altLang="en-US" smtClean="0"/>
              <a:pPr/>
              <a:t>‹#›</a:t>
            </a:fld>
            <a:endParaRPr lang="ja-JP" altLang="en-US"/>
          </a:p>
        </p:txBody>
      </p:sp>
      <p:cxnSp>
        <p:nvCxnSpPr>
          <p:cNvPr id="6" name="直線コネクタ 5"/>
          <p:cNvCxnSpPr/>
          <p:nvPr userDrawn="1"/>
        </p:nvCxnSpPr>
        <p:spPr>
          <a:xfrm>
            <a:off x="320316" y="764704"/>
            <a:ext cx="9277200" cy="0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61" r:id="rId2"/>
    <p:sldLayoutId id="2147483697" r:id="rId3"/>
    <p:sldLayoutId id="2147483699" r:id="rId4"/>
  </p:sldLayoutIdLst>
  <p:hf hdr="0" ftr="0"/>
  <p:txStyles>
    <p:titleStyle>
      <a:lvl1pPr algn="ctr" defTabSz="914400" rtl="0" eaLnBrk="1" latinLnBrk="0" hangingPunct="1">
        <a:lnSpc>
          <a:spcPts val="4200"/>
        </a:lnSpc>
        <a:spcBef>
          <a:spcPct val="0"/>
        </a:spcBef>
        <a:buNone/>
        <a:defRPr kumimoji="1" sz="2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ts val="4000"/>
        </a:lnSpc>
        <a:spcBef>
          <a:spcPct val="20000"/>
        </a:spcBef>
        <a:buFont typeface="Arial" pitchFamily="34" charset="0"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78C390AE-5129-4580-4BC7-A11741E7A65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201308"/>
            <a:ext cx="1573696" cy="452437"/>
          </a:xfrm>
          <a:prstGeom prst="rect">
            <a:avLst/>
          </a:prstGeom>
        </p:spPr>
      </p:pic>
      <p:sp>
        <p:nvSpPr>
          <p:cNvPr id="8" name="スライド番号プレースホルダ 5"/>
          <p:cNvSpPr txBox="1">
            <a:spLocks/>
          </p:cNvSpPr>
          <p:nvPr userDrawn="1"/>
        </p:nvSpPr>
        <p:spPr>
          <a:xfrm>
            <a:off x="1" y="6633356"/>
            <a:ext cx="9093200" cy="224644"/>
          </a:xfrm>
          <a:prstGeom prst="rect">
            <a:avLst/>
          </a:prstGeom>
          <a:solidFill>
            <a:schemeClr val="accent5"/>
          </a:solidFill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      </a:t>
            </a:r>
            <a:r>
              <a:rPr kumimoji="1" lang="en-US" altLang="ja-JP" sz="7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Copyright © TechnoPro, Inc. Consulting Partners Company. All Rights Reserved.</a:t>
            </a:r>
          </a:p>
        </p:txBody>
      </p:sp>
      <p:sp>
        <p:nvSpPr>
          <p:cNvPr id="9" name="スライド番号プレースホルダ 5"/>
          <p:cNvSpPr txBox="1">
            <a:spLocks/>
          </p:cNvSpPr>
          <p:nvPr userDrawn="1"/>
        </p:nvSpPr>
        <p:spPr>
          <a:xfrm>
            <a:off x="9093200" y="6633356"/>
            <a:ext cx="812800" cy="224644"/>
          </a:xfrm>
          <a:prstGeom prst="rect">
            <a:avLst/>
          </a:prstGeom>
          <a:solidFill>
            <a:schemeClr val="accent6"/>
          </a:solidFill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5260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95300" y="908720"/>
            <a:ext cx="8915400" cy="900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9093200" y="6633356"/>
            <a:ext cx="812799" cy="2246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fld id="{C1F5F81B-DE36-42D3-89DE-0645D30A867D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5" r:id="rId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kumimoji="1" sz="2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kumimoji="1" sz="16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kumimoji="1" sz="16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kumimoji="1" sz="16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dirty="0"/>
              <a:t>TALON × WFS</a:t>
            </a:r>
            <a:r>
              <a:rPr lang="ja-JP" altLang="en-US" dirty="0"/>
              <a:t>システムメンテ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597016" y="3753036"/>
            <a:ext cx="5256084" cy="1296144"/>
          </a:xfrm>
        </p:spPr>
        <p:txBody>
          <a:bodyPr/>
          <a:lstStyle/>
          <a:p>
            <a:r>
              <a:rPr lang="en-US" altLang="ja-JP" b="1" dirty="0" err="1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変更予約</a:t>
            </a:r>
            <a:r>
              <a:rPr lang="en-US" altLang="ja-JP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ja-JP" b="1" dirty="0" err="1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運用フロ</a:t>
            </a:r>
            <a:r>
              <a:rPr lang="en-US" altLang="ja-JP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ー</a:t>
            </a:r>
          </a:p>
          <a:p>
            <a:r>
              <a:rPr lang="en-US" altLang="ja-JP" dirty="0">
                <a:solidFill>
                  <a:srgbClr val="A0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〜 </a:t>
            </a:r>
            <a:r>
              <a:rPr lang="en-US" altLang="ja-JP" dirty="0" err="1">
                <a:solidFill>
                  <a:srgbClr val="A0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人事異動の事前登録から自動反映まで</a:t>
            </a:r>
            <a:r>
              <a:rPr lang="en-US" altLang="ja-JP" dirty="0">
                <a:solidFill>
                  <a:srgbClr val="A0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〜</a:t>
            </a:r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000" dirty="0">
                <a:latin typeface="Arial Black" pitchFamily="34" charset="0"/>
              </a:rPr>
              <a:t>WFS</a:t>
            </a:r>
            <a:r>
              <a:rPr lang="ja-JP" altLang="en-US" sz="2000" dirty="0">
                <a:latin typeface="Arial Black" pitchFamily="34" charset="0"/>
              </a:rPr>
              <a:t>のメンテナンスの複雑性</a:t>
            </a:r>
            <a:endParaRPr kumimoji="1" lang="ja-JP" altLang="en-US" dirty="0"/>
          </a:p>
        </p:txBody>
      </p:sp>
      <p:sp>
        <p:nvSpPr>
          <p:cNvPr id="3" name="スライド番号プレースホル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13B849-B299-43F7-89E0-BDEEC7CFE234}" type="slidenum">
              <a:rPr lang="ja-JP" altLang="en-US" smtClean="0"/>
              <a:pPr/>
              <a:t>4</a:t>
            </a:fld>
            <a:endParaRPr lang="ja-JP" altLang="en-US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25096FD1-1F1E-8E27-8A0B-DEA1E06C59DD}"/>
              </a:ext>
            </a:extLst>
          </p:cNvPr>
          <p:cNvSpPr/>
          <p:nvPr/>
        </p:nvSpPr>
        <p:spPr>
          <a:xfrm>
            <a:off x="655320" y="1205268"/>
            <a:ext cx="8595360" cy="365760"/>
          </a:xfrm>
          <a:prstGeom prst="rect">
            <a:avLst/>
          </a:prstGeom>
          <a:solidFill>
            <a:srgbClr val="EEF2FF"/>
          </a:solidFill>
          <a:ln w="1905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EFC250D0-3759-E28E-4185-E0B4BBAF04BD}"/>
              </a:ext>
            </a:extLst>
          </p:cNvPr>
          <p:cNvSpPr/>
          <p:nvPr/>
        </p:nvSpPr>
        <p:spPr>
          <a:xfrm>
            <a:off x="792480" y="1223556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3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既存WFSテーブルの限界</a:t>
            </a:r>
            <a:endParaRPr lang="en-US" sz="1300" dirty="0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E860B9FE-4908-A29B-4D04-4A254589F89B}"/>
              </a:ext>
            </a:extLst>
          </p:cNvPr>
          <p:cNvSpPr/>
          <p:nvPr/>
        </p:nvSpPr>
        <p:spPr>
          <a:xfrm>
            <a:off x="655320" y="1635036"/>
            <a:ext cx="8595360" cy="59436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E68DB5C0-27F3-32EC-E827-17800F5226FC}"/>
              </a:ext>
            </a:extLst>
          </p:cNvPr>
          <p:cNvSpPr/>
          <p:nvPr/>
        </p:nvSpPr>
        <p:spPr>
          <a:xfrm>
            <a:off x="655320" y="1635036"/>
            <a:ext cx="73152" cy="594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343D059C-ED8D-C274-9A17-3790BFBDAD0E}"/>
              </a:ext>
            </a:extLst>
          </p:cNvPr>
          <p:cNvSpPr/>
          <p:nvPr/>
        </p:nvSpPr>
        <p:spPr>
          <a:xfrm>
            <a:off x="819912" y="16624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WFS_M_USR_GRP_DTL</a:t>
            </a:r>
            <a:endParaRPr lang="en-US" sz="11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63788AE-F2FC-CF89-D070-179C70F949E6}"/>
              </a:ext>
            </a:extLst>
          </p:cNvPr>
          <p:cNvSpPr/>
          <p:nvPr/>
        </p:nvSpPr>
        <p:spPr>
          <a:xfrm>
            <a:off x="819912" y="19093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「現在有効な構成」しか持てない。有効開始日の概念がない。</a:t>
            </a:r>
            <a:endParaRPr lang="en-US" sz="11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6663321C-B1A5-D6AA-8C74-416B391E80BF}"/>
              </a:ext>
            </a:extLst>
          </p:cNvPr>
          <p:cNvSpPr/>
          <p:nvPr/>
        </p:nvSpPr>
        <p:spPr>
          <a:xfrm>
            <a:off x="655320" y="2293404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FB9C6397-3B88-498B-32BF-73BDB5F1BF84}"/>
              </a:ext>
            </a:extLst>
          </p:cNvPr>
          <p:cNvSpPr/>
          <p:nvPr/>
        </p:nvSpPr>
        <p:spPr>
          <a:xfrm>
            <a:off x="655320" y="2293404"/>
            <a:ext cx="73152" cy="594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415C4452-F974-555A-ADBB-8E3A67D26B5A}"/>
              </a:ext>
            </a:extLst>
          </p:cNvPr>
          <p:cNvSpPr/>
          <p:nvPr/>
        </p:nvSpPr>
        <p:spPr>
          <a:xfrm>
            <a:off x="819912" y="232083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WFS_M_USR_GRP_DEPDTL</a:t>
            </a:r>
            <a:endParaRPr lang="en-US" sz="11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36FAF63B-84D1-212A-5110-08D8796EF88E}"/>
              </a:ext>
            </a:extLst>
          </p:cNvPr>
          <p:cNvSpPr/>
          <p:nvPr/>
        </p:nvSpPr>
        <p:spPr>
          <a:xfrm>
            <a:off x="819912" y="25677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DTLを展開した結果。予約状態は表現できない。</a:t>
            </a:r>
            <a:endParaRPr lang="en-US" sz="11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F1BD4385-3865-0371-498B-45790193DFC2}"/>
              </a:ext>
            </a:extLst>
          </p:cNvPr>
          <p:cNvSpPr/>
          <p:nvPr/>
        </p:nvSpPr>
        <p:spPr>
          <a:xfrm>
            <a:off x="4495800" y="297920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解決策</a:t>
            </a:r>
            <a:endParaRPr lang="en-US" sz="120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BBBC5FA6-EC24-A8AA-1A61-6D16FF500F98}"/>
              </a:ext>
            </a:extLst>
          </p:cNvPr>
          <p:cNvSpPr/>
          <p:nvPr/>
        </p:nvSpPr>
        <p:spPr>
          <a:xfrm>
            <a:off x="4953000" y="2979204"/>
            <a:ext cx="0" cy="274320"/>
          </a:xfrm>
          <a:prstGeom prst="line">
            <a:avLst/>
          </a:prstGeom>
          <a:noFill/>
          <a:ln w="317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7DA3A24B-59B6-F7A8-3D98-F5526D787346}"/>
              </a:ext>
            </a:extLst>
          </p:cNvPr>
          <p:cNvSpPr/>
          <p:nvPr/>
        </p:nvSpPr>
        <p:spPr>
          <a:xfrm>
            <a:off x="4696968" y="318951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59669"/>
                </a:solidFill>
              </a:rPr>
              <a:t>▼</a:t>
            </a:r>
            <a:endParaRPr lang="en-US" sz="120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920EB86A-5C2E-6E44-2111-891D2355B51C}"/>
              </a:ext>
            </a:extLst>
          </p:cNvPr>
          <p:cNvSpPr/>
          <p:nvPr/>
        </p:nvSpPr>
        <p:spPr>
          <a:xfrm>
            <a:off x="655320" y="3436404"/>
            <a:ext cx="8595360" cy="1691640"/>
          </a:xfrm>
          <a:prstGeom prst="rect">
            <a:avLst/>
          </a:prstGeom>
          <a:solidFill>
            <a:srgbClr val="ECFDF5"/>
          </a:solidFill>
          <a:ln w="25400">
            <a:solidFill>
              <a:srgbClr val="05966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CC83D94D-A400-4946-D440-D4759C1B4D13}"/>
              </a:ext>
            </a:extLst>
          </p:cNvPr>
          <p:cNvSpPr/>
          <p:nvPr/>
        </p:nvSpPr>
        <p:spPr>
          <a:xfrm>
            <a:off x="655320" y="3436404"/>
            <a:ext cx="8595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C0CF4FEC-F313-CD2E-85E7-6A79594376FD}"/>
              </a:ext>
            </a:extLst>
          </p:cNvPr>
          <p:cNvSpPr/>
          <p:nvPr/>
        </p:nvSpPr>
        <p:spPr>
          <a:xfrm>
            <a:off x="792480" y="345469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WFS_CHANGE_RESERVE（変更予約テーブル）を新設する</a:t>
            </a:r>
            <a:endParaRPr lang="en-US" sz="1300" dirty="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CA534C3D-DB50-F2E5-84BA-5A8FC61378F2}"/>
              </a:ext>
            </a:extLst>
          </p:cNvPr>
          <p:cNvSpPr/>
          <p:nvPr/>
        </p:nvSpPr>
        <p:spPr>
          <a:xfrm>
            <a:off x="792480" y="3893604"/>
            <a:ext cx="1554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1F959437-1C8C-6176-9E9A-280C72582B89}"/>
              </a:ext>
            </a:extLst>
          </p:cNvPr>
          <p:cNvSpPr/>
          <p:nvPr/>
        </p:nvSpPr>
        <p:spPr>
          <a:xfrm>
            <a:off x="838200" y="39484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3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WFS_GROUP_ID</a:t>
            </a:r>
            <a:endParaRPr lang="en-US" sz="95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BA1BCBAC-1EAA-7DD6-258F-3B594A32E1E5}"/>
              </a:ext>
            </a:extLst>
          </p:cNvPr>
          <p:cNvSpPr/>
          <p:nvPr/>
        </p:nvSpPr>
        <p:spPr>
          <a:xfrm>
            <a:off x="838200" y="437823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対象グループ</a:t>
            </a:r>
            <a:endParaRPr lang="en-US" sz="1000" dirty="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A414B53C-C37B-E1CB-1928-EC762528539B}"/>
              </a:ext>
            </a:extLst>
          </p:cNvPr>
          <p:cNvSpPr/>
          <p:nvPr/>
        </p:nvSpPr>
        <p:spPr>
          <a:xfrm>
            <a:off x="2484120" y="3893604"/>
            <a:ext cx="1554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1E9AB565-F33F-5FBC-8C2A-0A5068E49CE1}"/>
              </a:ext>
            </a:extLst>
          </p:cNvPr>
          <p:cNvSpPr/>
          <p:nvPr/>
        </p:nvSpPr>
        <p:spPr>
          <a:xfrm>
            <a:off x="2529840" y="39484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3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</a:t>
            </a:r>
            <a:endParaRPr lang="en-US" sz="950" dirty="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9A98255D-6D0E-47A0-029D-AA4B07277569}"/>
              </a:ext>
            </a:extLst>
          </p:cNvPr>
          <p:cNvSpPr/>
          <p:nvPr/>
        </p:nvSpPr>
        <p:spPr>
          <a:xfrm>
            <a:off x="2529840" y="437823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対象ユーザー</a:t>
            </a:r>
            <a:endParaRPr lang="en-US" sz="1000" dirty="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B9757C31-209E-92CB-FCC2-19D64BA4162F}"/>
              </a:ext>
            </a:extLst>
          </p:cNvPr>
          <p:cNvSpPr/>
          <p:nvPr/>
        </p:nvSpPr>
        <p:spPr>
          <a:xfrm>
            <a:off x="4175760" y="3893604"/>
            <a:ext cx="1554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1742989A-68F4-4F6A-26D1-B212006A492A}"/>
              </a:ext>
            </a:extLst>
          </p:cNvPr>
          <p:cNvSpPr/>
          <p:nvPr/>
        </p:nvSpPr>
        <p:spPr>
          <a:xfrm>
            <a:off x="4221480" y="39484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3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CHANGE_TYPE</a:t>
            </a:r>
            <a:endParaRPr lang="en-US" sz="950" dirty="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94AEDB0E-00B7-82B4-F690-094AAF31A943}"/>
              </a:ext>
            </a:extLst>
          </p:cNvPr>
          <p:cNvSpPr/>
          <p:nvPr/>
        </p:nvSpPr>
        <p:spPr>
          <a:xfrm>
            <a:off x="4221480" y="437823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A=追加 D=削除</a:t>
            </a:r>
            <a:endParaRPr lang="en-US" sz="1000" dirty="0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9203B99F-021B-044A-07DC-09C8F2B5D8D9}"/>
              </a:ext>
            </a:extLst>
          </p:cNvPr>
          <p:cNvSpPr/>
          <p:nvPr/>
        </p:nvSpPr>
        <p:spPr>
          <a:xfrm>
            <a:off x="5867400" y="3893604"/>
            <a:ext cx="1554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9DFC66F4-48DD-77A6-FF01-6B41B38C8889}"/>
              </a:ext>
            </a:extLst>
          </p:cNvPr>
          <p:cNvSpPr/>
          <p:nvPr/>
        </p:nvSpPr>
        <p:spPr>
          <a:xfrm>
            <a:off x="5913120" y="39484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3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VALID_FROM</a:t>
            </a:r>
            <a:endParaRPr lang="en-US" sz="950" dirty="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2D7DDC3E-8B00-0C67-3302-B336F97AB18E}"/>
              </a:ext>
            </a:extLst>
          </p:cNvPr>
          <p:cNvSpPr/>
          <p:nvPr/>
        </p:nvSpPr>
        <p:spPr>
          <a:xfrm>
            <a:off x="5913120" y="437823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有効開始日</a:t>
            </a:r>
            <a:endParaRPr lang="en-US" sz="1000" dirty="0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2A910F35-F11A-2D2B-5735-BF3229B03BD9}"/>
              </a:ext>
            </a:extLst>
          </p:cNvPr>
          <p:cNvSpPr/>
          <p:nvPr/>
        </p:nvSpPr>
        <p:spPr>
          <a:xfrm>
            <a:off x="7559040" y="3893604"/>
            <a:ext cx="1554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48AE718D-2223-9F0A-EE20-673F2288DFED}"/>
              </a:ext>
            </a:extLst>
          </p:cNvPr>
          <p:cNvSpPr/>
          <p:nvPr/>
        </p:nvSpPr>
        <p:spPr>
          <a:xfrm>
            <a:off x="7604760" y="39484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3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APPLIED_FLG</a:t>
            </a:r>
            <a:endParaRPr lang="en-US" sz="950" dirty="0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BB871644-9426-E4C6-F4ED-EEABAB0CB6DD}"/>
              </a:ext>
            </a:extLst>
          </p:cNvPr>
          <p:cNvSpPr/>
          <p:nvPr/>
        </p:nvSpPr>
        <p:spPr>
          <a:xfrm>
            <a:off x="7604760" y="437823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0=未適用 1=完了</a:t>
            </a:r>
            <a:endParaRPr lang="en-US" sz="1000" dirty="0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D1AE3E40-A088-0BE3-C275-B6EB8650621B}"/>
              </a:ext>
            </a:extLst>
          </p:cNvPr>
          <p:cNvSpPr/>
          <p:nvPr/>
        </p:nvSpPr>
        <p:spPr>
          <a:xfrm>
            <a:off x="655320" y="5265204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これがWFSで新規テーブルを作ることが正当化される唯一のケース（既存DTLとは役割が異なる）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運用フロー全体像</a:t>
            </a:r>
          </a:p>
        </p:txBody>
      </p:sp>
      <p:sp>
        <p:nvSpPr>
          <p:cNvPr id="3" name="スライド番号プレースホル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F5F81B-DE36-42D3-89DE-0645D30A867D}" type="slidenum">
              <a:rPr lang="ja-JP" altLang="en-US" smtClean="0"/>
              <a:pPr/>
              <a:t>5</a:t>
            </a:fld>
            <a:endParaRPr lang="ja-JP" altLang="en-US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895FD904-9E87-8575-CEB3-A070D992AAB6}"/>
              </a:ext>
            </a:extLst>
          </p:cNvPr>
          <p:cNvSpPr/>
          <p:nvPr/>
        </p:nvSpPr>
        <p:spPr>
          <a:xfrm>
            <a:off x="668524" y="1160748"/>
            <a:ext cx="2560320" cy="438912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5A4D7AAC-3668-95BB-7FAC-A41E041C2C44}"/>
              </a:ext>
            </a:extLst>
          </p:cNvPr>
          <p:cNvSpPr/>
          <p:nvPr/>
        </p:nvSpPr>
        <p:spPr>
          <a:xfrm>
            <a:off x="668524" y="1160748"/>
            <a:ext cx="2560320" cy="384048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1D58D596-5347-6724-B61B-2622DBFE1FF9}"/>
              </a:ext>
            </a:extLst>
          </p:cNvPr>
          <p:cNvSpPr/>
          <p:nvPr/>
        </p:nvSpPr>
        <p:spPr>
          <a:xfrm>
            <a:off x="668524" y="11607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予約登録</a:t>
            </a:r>
            <a:endParaRPr lang="en-US" sz="1300" dirty="0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B3AFF05F-9146-6FB1-4F8B-D37CFF9162C6}"/>
              </a:ext>
            </a:extLst>
          </p:cNvPr>
          <p:cNvSpPr/>
          <p:nvPr/>
        </p:nvSpPr>
        <p:spPr>
          <a:xfrm>
            <a:off x="778252" y="1654524"/>
            <a:ext cx="2331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207F4D55-C071-5512-F403-BD854F450553}"/>
              </a:ext>
            </a:extLst>
          </p:cNvPr>
          <p:cNvSpPr/>
          <p:nvPr/>
        </p:nvSpPr>
        <p:spPr>
          <a:xfrm>
            <a:off x="778252" y="1654524"/>
            <a:ext cx="237744" cy="237744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36595254-4CAA-EBE1-5658-BBE821D876A5}"/>
              </a:ext>
            </a:extLst>
          </p:cNvPr>
          <p:cNvSpPr/>
          <p:nvPr/>
        </p:nvSpPr>
        <p:spPr>
          <a:xfrm>
            <a:off x="778252" y="16545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EAFAA542-ACC6-E6F2-5231-C909E43D3205}"/>
              </a:ext>
            </a:extLst>
          </p:cNvPr>
          <p:cNvSpPr/>
          <p:nvPr/>
        </p:nvSpPr>
        <p:spPr>
          <a:xfrm>
            <a:off x="1052572" y="1700244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人事異動情報を受領</a:t>
            </a:r>
            <a:endParaRPr lang="en-US" sz="1000" dirty="0"/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6FF75F39-8185-EEF7-E397-FB8B1FFFF3F4}"/>
              </a:ext>
            </a:extLst>
          </p:cNvPr>
          <p:cNvSpPr/>
          <p:nvPr/>
        </p:nvSpPr>
        <p:spPr>
          <a:xfrm>
            <a:off x="778252" y="2349468"/>
            <a:ext cx="2331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631B711B-2871-B618-CB0A-F69EAC111DA2}"/>
              </a:ext>
            </a:extLst>
          </p:cNvPr>
          <p:cNvSpPr/>
          <p:nvPr/>
        </p:nvSpPr>
        <p:spPr>
          <a:xfrm>
            <a:off x="778252" y="2349468"/>
            <a:ext cx="237744" cy="237744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B989717F-95F8-F104-AD31-6B04D004AC40}"/>
              </a:ext>
            </a:extLst>
          </p:cNvPr>
          <p:cNvSpPr/>
          <p:nvPr/>
        </p:nvSpPr>
        <p:spPr>
          <a:xfrm>
            <a:off x="778252" y="23494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A823F09D-B302-58A9-4A40-6FAC17CFD1AD}"/>
              </a:ext>
            </a:extLst>
          </p:cNvPr>
          <p:cNvSpPr/>
          <p:nvPr/>
        </p:nvSpPr>
        <p:spPr>
          <a:xfrm>
            <a:off x="1052572" y="239518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変更予約画面を開く</a:t>
            </a:r>
            <a:endParaRPr lang="en-US" sz="1000" dirty="0"/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47DC3891-7414-6784-D986-582834F1F444}"/>
              </a:ext>
            </a:extLst>
          </p:cNvPr>
          <p:cNvSpPr/>
          <p:nvPr/>
        </p:nvSpPr>
        <p:spPr>
          <a:xfrm>
            <a:off x="778252" y="3044412"/>
            <a:ext cx="2331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04344DE9-892C-C56D-6743-44C6FEAFB907}"/>
              </a:ext>
            </a:extLst>
          </p:cNvPr>
          <p:cNvSpPr/>
          <p:nvPr/>
        </p:nvSpPr>
        <p:spPr>
          <a:xfrm>
            <a:off x="778252" y="3044412"/>
            <a:ext cx="237744" cy="237744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5B7F9DF2-C6DF-ED5E-CB5B-9DAE0B8895F4}"/>
              </a:ext>
            </a:extLst>
          </p:cNvPr>
          <p:cNvSpPr/>
          <p:nvPr/>
        </p:nvSpPr>
        <p:spPr>
          <a:xfrm>
            <a:off x="778252" y="30444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A2446283-F570-7666-545E-6278F517625E}"/>
              </a:ext>
            </a:extLst>
          </p:cNvPr>
          <p:cNvSpPr/>
          <p:nvPr/>
        </p:nvSpPr>
        <p:spPr>
          <a:xfrm>
            <a:off x="1052572" y="309013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対象グループ・ユーザー・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変更種別・有効開始日を入力</a:t>
            </a:r>
            <a:endParaRPr lang="en-US" sz="1000" dirty="0"/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21089D41-9402-C15F-09A7-6765832E7EEF}"/>
              </a:ext>
            </a:extLst>
          </p:cNvPr>
          <p:cNvSpPr/>
          <p:nvPr/>
        </p:nvSpPr>
        <p:spPr>
          <a:xfrm>
            <a:off x="778252" y="3739356"/>
            <a:ext cx="2331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9">
            <a:extLst>
              <a:ext uri="{FF2B5EF4-FFF2-40B4-BE49-F238E27FC236}">
                <a16:creationId xmlns:a16="http://schemas.microsoft.com/office/drawing/2014/main" id="{BBD26F71-CA57-9E5D-A2AE-F7E2E92E29AC}"/>
              </a:ext>
            </a:extLst>
          </p:cNvPr>
          <p:cNvSpPr/>
          <p:nvPr/>
        </p:nvSpPr>
        <p:spPr>
          <a:xfrm>
            <a:off x="778252" y="3739356"/>
            <a:ext cx="237744" cy="237744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34FA58F3-0F4D-81C4-721B-A9BB08481BED}"/>
              </a:ext>
            </a:extLst>
          </p:cNvPr>
          <p:cNvSpPr/>
          <p:nvPr/>
        </p:nvSpPr>
        <p:spPr>
          <a:xfrm>
            <a:off x="778252" y="37393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065599C1-7C03-6FA5-23EE-79F8E23C84D4}"/>
              </a:ext>
            </a:extLst>
          </p:cNvPr>
          <p:cNvSpPr/>
          <p:nvPr/>
        </p:nvSpPr>
        <p:spPr>
          <a:xfrm>
            <a:off x="1052572" y="378507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確定→WFS_CHANGE_RESERVE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にINSERT</a:t>
            </a:r>
            <a:endParaRPr lang="en-US" sz="1000" dirty="0"/>
          </a:p>
        </p:txBody>
      </p:sp>
      <p:sp>
        <p:nvSpPr>
          <p:cNvPr id="23" name="Shape 22">
            <a:extLst>
              <a:ext uri="{FF2B5EF4-FFF2-40B4-BE49-F238E27FC236}">
                <a16:creationId xmlns:a16="http://schemas.microsoft.com/office/drawing/2014/main" id="{EE9AB0B2-BD69-DFEC-D4AC-BCC7BCDDCC0E}"/>
              </a:ext>
            </a:extLst>
          </p:cNvPr>
          <p:cNvSpPr/>
          <p:nvPr/>
        </p:nvSpPr>
        <p:spPr>
          <a:xfrm>
            <a:off x="778252" y="4434300"/>
            <a:ext cx="2331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3">
            <a:extLst>
              <a:ext uri="{FF2B5EF4-FFF2-40B4-BE49-F238E27FC236}">
                <a16:creationId xmlns:a16="http://schemas.microsoft.com/office/drawing/2014/main" id="{7FEB6383-9A31-34CA-8010-C66A919C2727}"/>
              </a:ext>
            </a:extLst>
          </p:cNvPr>
          <p:cNvSpPr/>
          <p:nvPr/>
        </p:nvSpPr>
        <p:spPr>
          <a:xfrm>
            <a:off x="778252" y="4434300"/>
            <a:ext cx="237744" cy="237744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D3504324-4CB4-4CE3-2E22-21D64558C07B}"/>
              </a:ext>
            </a:extLst>
          </p:cNvPr>
          <p:cNvSpPr/>
          <p:nvPr/>
        </p:nvSpPr>
        <p:spPr>
          <a:xfrm>
            <a:off x="778252" y="44343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07327056-6DA4-07B5-9E7E-6C22E0B2BA84}"/>
              </a:ext>
            </a:extLst>
          </p:cNvPr>
          <p:cNvSpPr/>
          <p:nvPr/>
        </p:nvSpPr>
        <p:spPr>
          <a:xfrm>
            <a:off x="1052572" y="44800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予約一覧で内容確認</a:t>
            </a:r>
            <a:endParaRPr lang="en-US" sz="1000" dirty="0"/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5E46AFB1-62F6-36E5-DDF5-D62981931195}"/>
              </a:ext>
            </a:extLst>
          </p:cNvPr>
          <p:cNvSpPr/>
          <p:nvPr/>
        </p:nvSpPr>
        <p:spPr>
          <a:xfrm>
            <a:off x="3247132" y="3355308"/>
            <a:ext cx="384048" cy="0"/>
          </a:xfrm>
          <a:prstGeom prst="line">
            <a:avLst/>
          </a:prstGeom>
          <a:noFill/>
          <a:ln w="3175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81094AC4-F607-8D54-A835-2229C941942F}"/>
              </a:ext>
            </a:extLst>
          </p:cNvPr>
          <p:cNvSpPr/>
          <p:nvPr/>
        </p:nvSpPr>
        <p:spPr>
          <a:xfrm>
            <a:off x="3503164" y="323643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630A"/>
                </a:solidFill>
              </a:rPr>
              <a:t>▶</a:t>
            </a:r>
            <a:endParaRPr lang="en-US" sz="1200" dirty="0"/>
          </a:p>
        </p:txBody>
      </p:sp>
      <p:sp>
        <p:nvSpPr>
          <p:cNvPr id="29" name="Shape 28">
            <a:extLst>
              <a:ext uri="{FF2B5EF4-FFF2-40B4-BE49-F238E27FC236}">
                <a16:creationId xmlns:a16="http://schemas.microsoft.com/office/drawing/2014/main" id="{6E0D9FE0-D256-9734-0EC5-0ECBC365FA9D}"/>
              </a:ext>
            </a:extLst>
          </p:cNvPr>
          <p:cNvSpPr/>
          <p:nvPr/>
        </p:nvSpPr>
        <p:spPr>
          <a:xfrm>
            <a:off x="3640324" y="1160748"/>
            <a:ext cx="2560320" cy="438912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9">
            <a:extLst>
              <a:ext uri="{FF2B5EF4-FFF2-40B4-BE49-F238E27FC236}">
                <a16:creationId xmlns:a16="http://schemas.microsoft.com/office/drawing/2014/main" id="{F20C0797-8FE6-AF33-9323-A556AC85EB39}"/>
              </a:ext>
            </a:extLst>
          </p:cNvPr>
          <p:cNvSpPr/>
          <p:nvPr/>
        </p:nvSpPr>
        <p:spPr>
          <a:xfrm>
            <a:off x="3640324" y="1160748"/>
            <a:ext cx="2560320" cy="384048"/>
          </a:xfrm>
          <a:prstGeom prst="rect">
            <a:avLst/>
          </a:prstGeom>
          <a:solidFill>
            <a:srgbClr val="6D4E9E"/>
          </a:solidFill>
          <a:ln w="12700">
            <a:solidFill>
              <a:srgbClr val="6D4E9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30">
            <a:extLst>
              <a:ext uri="{FF2B5EF4-FFF2-40B4-BE49-F238E27FC236}">
                <a16:creationId xmlns:a16="http://schemas.microsoft.com/office/drawing/2014/main" id="{17EF0437-C90C-0C08-C982-C7937277468C}"/>
              </a:ext>
            </a:extLst>
          </p:cNvPr>
          <p:cNvSpPr/>
          <p:nvPr/>
        </p:nvSpPr>
        <p:spPr>
          <a:xfrm>
            <a:off x="3640324" y="11607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有効日まで待機</a:t>
            </a:r>
            <a:endParaRPr lang="en-US" sz="1300" dirty="0"/>
          </a:p>
        </p:txBody>
      </p:sp>
      <p:sp>
        <p:nvSpPr>
          <p:cNvPr id="32" name="Shape 31">
            <a:extLst>
              <a:ext uri="{FF2B5EF4-FFF2-40B4-BE49-F238E27FC236}">
                <a16:creationId xmlns:a16="http://schemas.microsoft.com/office/drawing/2014/main" id="{8C159D96-C097-23DB-68A1-92133A82C193}"/>
              </a:ext>
            </a:extLst>
          </p:cNvPr>
          <p:cNvSpPr/>
          <p:nvPr/>
        </p:nvSpPr>
        <p:spPr>
          <a:xfrm>
            <a:off x="3750052" y="1654524"/>
            <a:ext cx="23317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B4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2">
            <a:extLst>
              <a:ext uri="{FF2B5EF4-FFF2-40B4-BE49-F238E27FC236}">
                <a16:creationId xmlns:a16="http://schemas.microsoft.com/office/drawing/2014/main" id="{B619B173-36F8-8939-2F82-D1C007E3EBB5}"/>
              </a:ext>
            </a:extLst>
          </p:cNvPr>
          <p:cNvSpPr/>
          <p:nvPr/>
        </p:nvSpPr>
        <p:spPr>
          <a:xfrm>
            <a:off x="3795772" y="170938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4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予約取消（任意）</a:t>
            </a:r>
            <a:endParaRPr lang="en-US" sz="1100" dirty="0"/>
          </a:p>
        </p:txBody>
      </p:sp>
      <p:sp>
        <p:nvSpPr>
          <p:cNvPr id="34" name="Text 33">
            <a:extLst>
              <a:ext uri="{FF2B5EF4-FFF2-40B4-BE49-F238E27FC236}">
                <a16:creationId xmlns:a16="http://schemas.microsoft.com/office/drawing/2014/main" id="{3EA9E165-1A86-9F51-9DED-3F240376C787}"/>
              </a:ext>
            </a:extLst>
          </p:cNvPr>
          <p:cNvSpPr/>
          <p:nvPr/>
        </p:nvSpPr>
        <p:spPr>
          <a:xfrm>
            <a:off x="3795772" y="207514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有効開始日前であれば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APPLIED_FLG=9で取消可</a:t>
            </a:r>
            <a:endParaRPr lang="en-US" sz="1000" dirty="0"/>
          </a:p>
        </p:txBody>
      </p:sp>
      <p:sp>
        <p:nvSpPr>
          <p:cNvPr id="35" name="Shape 34">
            <a:extLst>
              <a:ext uri="{FF2B5EF4-FFF2-40B4-BE49-F238E27FC236}">
                <a16:creationId xmlns:a16="http://schemas.microsoft.com/office/drawing/2014/main" id="{1D37DBF3-E983-4501-59D6-67C26350A436}"/>
              </a:ext>
            </a:extLst>
          </p:cNvPr>
          <p:cNvSpPr/>
          <p:nvPr/>
        </p:nvSpPr>
        <p:spPr>
          <a:xfrm>
            <a:off x="3750052" y="2916396"/>
            <a:ext cx="23317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B4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5">
            <a:extLst>
              <a:ext uri="{FF2B5EF4-FFF2-40B4-BE49-F238E27FC236}">
                <a16:creationId xmlns:a16="http://schemas.microsoft.com/office/drawing/2014/main" id="{6EE6A42F-CFFE-29AF-5EEF-E6251F6FD297}"/>
              </a:ext>
            </a:extLst>
          </p:cNvPr>
          <p:cNvSpPr/>
          <p:nvPr/>
        </p:nvSpPr>
        <p:spPr>
          <a:xfrm>
            <a:off x="3795772" y="297126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4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予約確認（任意）</a:t>
            </a:r>
            <a:endParaRPr lang="en-US" sz="1100" dirty="0"/>
          </a:p>
        </p:txBody>
      </p:sp>
      <p:sp>
        <p:nvSpPr>
          <p:cNvPr id="37" name="Text 36">
            <a:extLst>
              <a:ext uri="{FF2B5EF4-FFF2-40B4-BE49-F238E27FC236}">
                <a16:creationId xmlns:a16="http://schemas.microsoft.com/office/drawing/2014/main" id="{7C38ECAD-7EEA-6842-932D-DEE9C54C759D}"/>
              </a:ext>
            </a:extLst>
          </p:cNvPr>
          <p:cNvSpPr/>
          <p:nvPr/>
        </p:nvSpPr>
        <p:spPr>
          <a:xfrm>
            <a:off x="3795772" y="33370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予約一覧画面で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未適用の予約を確認</a:t>
            </a:r>
            <a:endParaRPr lang="en-US" sz="1000" dirty="0"/>
          </a:p>
        </p:txBody>
      </p:sp>
      <p:sp>
        <p:nvSpPr>
          <p:cNvPr id="38" name="Shape 37">
            <a:extLst>
              <a:ext uri="{FF2B5EF4-FFF2-40B4-BE49-F238E27FC236}">
                <a16:creationId xmlns:a16="http://schemas.microsoft.com/office/drawing/2014/main" id="{B68AD2B0-56DF-99E1-94D1-F5202B2B1771}"/>
              </a:ext>
            </a:extLst>
          </p:cNvPr>
          <p:cNvSpPr/>
          <p:nvPr/>
        </p:nvSpPr>
        <p:spPr>
          <a:xfrm>
            <a:off x="3750052" y="4178268"/>
            <a:ext cx="23317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B4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8">
            <a:extLst>
              <a:ext uri="{FF2B5EF4-FFF2-40B4-BE49-F238E27FC236}">
                <a16:creationId xmlns:a16="http://schemas.microsoft.com/office/drawing/2014/main" id="{4A0B3791-D8A6-0520-07F1-F2ACC5AA9F9F}"/>
              </a:ext>
            </a:extLst>
          </p:cNvPr>
          <p:cNvSpPr/>
          <p:nvPr/>
        </p:nvSpPr>
        <p:spPr>
          <a:xfrm>
            <a:off x="3795772" y="423313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4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変更不可ゾーン</a:t>
            </a:r>
            <a:endParaRPr lang="en-US" sz="1100" dirty="0"/>
          </a:p>
        </p:txBody>
      </p:sp>
      <p:sp>
        <p:nvSpPr>
          <p:cNvPr id="40" name="Text 39">
            <a:extLst>
              <a:ext uri="{FF2B5EF4-FFF2-40B4-BE49-F238E27FC236}">
                <a16:creationId xmlns:a16="http://schemas.microsoft.com/office/drawing/2014/main" id="{D99FC0E0-01FB-EC30-7D68-6D5EE22CD838}"/>
              </a:ext>
            </a:extLst>
          </p:cNvPr>
          <p:cNvSpPr/>
          <p:nvPr/>
        </p:nvSpPr>
        <p:spPr>
          <a:xfrm>
            <a:off x="3795772" y="459889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有効開始日当日以降は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取消操作をブロック</a:t>
            </a:r>
            <a:endParaRPr lang="en-US" sz="1000" dirty="0"/>
          </a:p>
        </p:txBody>
      </p:sp>
      <p:sp>
        <p:nvSpPr>
          <p:cNvPr id="41" name="Shape 40">
            <a:extLst>
              <a:ext uri="{FF2B5EF4-FFF2-40B4-BE49-F238E27FC236}">
                <a16:creationId xmlns:a16="http://schemas.microsoft.com/office/drawing/2014/main" id="{A7B8272C-47CF-736F-AF7B-073C878DD34F}"/>
              </a:ext>
            </a:extLst>
          </p:cNvPr>
          <p:cNvSpPr/>
          <p:nvPr/>
        </p:nvSpPr>
        <p:spPr>
          <a:xfrm>
            <a:off x="6218932" y="3355308"/>
            <a:ext cx="384048" cy="0"/>
          </a:xfrm>
          <a:prstGeom prst="line">
            <a:avLst/>
          </a:prstGeom>
          <a:noFill/>
          <a:ln w="3175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Text 41">
            <a:extLst>
              <a:ext uri="{FF2B5EF4-FFF2-40B4-BE49-F238E27FC236}">
                <a16:creationId xmlns:a16="http://schemas.microsoft.com/office/drawing/2014/main" id="{E1B9C7C6-0EF7-56FA-2D07-A10908E8112D}"/>
              </a:ext>
            </a:extLst>
          </p:cNvPr>
          <p:cNvSpPr/>
          <p:nvPr/>
        </p:nvSpPr>
        <p:spPr>
          <a:xfrm>
            <a:off x="6474964" y="323643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630A"/>
                </a:solidFill>
              </a:rPr>
              <a:t>▶</a:t>
            </a:r>
            <a:endParaRPr lang="en-US" sz="1200" dirty="0"/>
          </a:p>
        </p:txBody>
      </p:sp>
      <p:sp>
        <p:nvSpPr>
          <p:cNvPr id="43" name="Shape 42">
            <a:extLst>
              <a:ext uri="{FF2B5EF4-FFF2-40B4-BE49-F238E27FC236}">
                <a16:creationId xmlns:a16="http://schemas.microsoft.com/office/drawing/2014/main" id="{469F278F-2ED1-1EA2-5F75-EEC1E732DF62}"/>
              </a:ext>
            </a:extLst>
          </p:cNvPr>
          <p:cNvSpPr/>
          <p:nvPr/>
        </p:nvSpPr>
        <p:spPr>
          <a:xfrm>
            <a:off x="6612124" y="1160748"/>
            <a:ext cx="2606040" cy="438912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4" name="Shape 43">
            <a:extLst>
              <a:ext uri="{FF2B5EF4-FFF2-40B4-BE49-F238E27FC236}">
                <a16:creationId xmlns:a16="http://schemas.microsoft.com/office/drawing/2014/main" id="{A0BA6533-A428-86AE-B2D7-77FA69455AF1}"/>
              </a:ext>
            </a:extLst>
          </p:cNvPr>
          <p:cNvSpPr/>
          <p:nvPr/>
        </p:nvSpPr>
        <p:spPr>
          <a:xfrm>
            <a:off x="6612124" y="1160748"/>
            <a:ext cx="260604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4">
            <a:extLst>
              <a:ext uri="{FF2B5EF4-FFF2-40B4-BE49-F238E27FC236}">
                <a16:creationId xmlns:a16="http://schemas.microsoft.com/office/drawing/2014/main" id="{911F9DBB-3EEB-9062-3536-2921F0A4CD6A}"/>
              </a:ext>
            </a:extLst>
          </p:cNvPr>
          <p:cNvSpPr/>
          <p:nvPr/>
        </p:nvSpPr>
        <p:spPr>
          <a:xfrm>
            <a:off x="6612124" y="11607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日次バッチ自動適用</a:t>
            </a:r>
            <a:endParaRPr lang="en-US" sz="1200" dirty="0"/>
          </a:p>
        </p:txBody>
      </p:sp>
      <p:sp>
        <p:nvSpPr>
          <p:cNvPr id="46" name="Shape 45">
            <a:extLst>
              <a:ext uri="{FF2B5EF4-FFF2-40B4-BE49-F238E27FC236}">
                <a16:creationId xmlns:a16="http://schemas.microsoft.com/office/drawing/2014/main" id="{70B2B18B-0393-82FD-7933-6816505A6931}"/>
              </a:ext>
            </a:extLst>
          </p:cNvPr>
          <p:cNvSpPr/>
          <p:nvPr/>
        </p:nvSpPr>
        <p:spPr>
          <a:xfrm>
            <a:off x="6721852" y="1654524"/>
            <a:ext cx="23774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Shape 46">
            <a:extLst>
              <a:ext uri="{FF2B5EF4-FFF2-40B4-BE49-F238E27FC236}">
                <a16:creationId xmlns:a16="http://schemas.microsoft.com/office/drawing/2014/main" id="{801A8BAF-8D2D-0AC1-30B4-23D95E019B54}"/>
              </a:ext>
            </a:extLst>
          </p:cNvPr>
          <p:cNvSpPr/>
          <p:nvPr/>
        </p:nvSpPr>
        <p:spPr>
          <a:xfrm>
            <a:off x="6721852" y="1654524"/>
            <a:ext cx="237744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Text 47">
            <a:extLst>
              <a:ext uri="{FF2B5EF4-FFF2-40B4-BE49-F238E27FC236}">
                <a16:creationId xmlns:a16="http://schemas.microsoft.com/office/drawing/2014/main" id="{1D601F05-C268-7B5D-8AF0-57A9188FCE11}"/>
              </a:ext>
            </a:extLst>
          </p:cNvPr>
          <p:cNvSpPr/>
          <p:nvPr/>
        </p:nvSpPr>
        <p:spPr>
          <a:xfrm>
            <a:off x="6721852" y="16545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9" name="Text 48">
            <a:extLst>
              <a:ext uri="{FF2B5EF4-FFF2-40B4-BE49-F238E27FC236}">
                <a16:creationId xmlns:a16="http://schemas.microsoft.com/office/drawing/2014/main" id="{9D300AA7-2137-7341-57D1-1711AF5161DB}"/>
              </a:ext>
            </a:extLst>
          </p:cNvPr>
          <p:cNvSpPr/>
          <p:nvPr/>
        </p:nvSpPr>
        <p:spPr>
          <a:xfrm>
            <a:off x="6996172" y="170024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毎朝バッチ起動</a:t>
            </a:r>
            <a:endParaRPr lang="en-US" sz="950" dirty="0"/>
          </a:p>
        </p:txBody>
      </p:sp>
      <p:sp>
        <p:nvSpPr>
          <p:cNvPr id="50" name="Shape 49">
            <a:extLst>
              <a:ext uri="{FF2B5EF4-FFF2-40B4-BE49-F238E27FC236}">
                <a16:creationId xmlns:a16="http://schemas.microsoft.com/office/drawing/2014/main" id="{B665A49F-1034-93B3-CC0D-26CABAA6F1AE}"/>
              </a:ext>
            </a:extLst>
          </p:cNvPr>
          <p:cNvSpPr/>
          <p:nvPr/>
        </p:nvSpPr>
        <p:spPr>
          <a:xfrm>
            <a:off x="6721852" y="2349468"/>
            <a:ext cx="23774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Shape 50">
            <a:extLst>
              <a:ext uri="{FF2B5EF4-FFF2-40B4-BE49-F238E27FC236}">
                <a16:creationId xmlns:a16="http://schemas.microsoft.com/office/drawing/2014/main" id="{034AC40A-F35B-691E-0929-C27A43BCA60F}"/>
              </a:ext>
            </a:extLst>
          </p:cNvPr>
          <p:cNvSpPr/>
          <p:nvPr/>
        </p:nvSpPr>
        <p:spPr>
          <a:xfrm>
            <a:off x="6721852" y="2349468"/>
            <a:ext cx="237744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" name="Text 51">
            <a:extLst>
              <a:ext uri="{FF2B5EF4-FFF2-40B4-BE49-F238E27FC236}">
                <a16:creationId xmlns:a16="http://schemas.microsoft.com/office/drawing/2014/main" id="{2A3C9387-9218-D6BA-819B-48476948DA67}"/>
              </a:ext>
            </a:extLst>
          </p:cNvPr>
          <p:cNvSpPr/>
          <p:nvPr/>
        </p:nvSpPr>
        <p:spPr>
          <a:xfrm>
            <a:off x="6721852" y="23494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3" name="Text 52">
            <a:extLst>
              <a:ext uri="{FF2B5EF4-FFF2-40B4-BE49-F238E27FC236}">
                <a16:creationId xmlns:a16="http://schemas.microsoft.com/office/drawing/2014/main" id="{71F2EEE8-BE15-B9E7-9EA4-4A56F39D73D0}"/>
              </a:ext>
            </a:extLst>
          </p:cNvPr>
          <p:cNvSpPr/>
          <p:nvPr/>
        </p:nvSpPr>
        <p:spPr>
          <a:xfrm>
            <a:off x="6996172" y="23951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VALID_FROM&lt;=本日 AND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APPLIED_FLG='0' を抽出</a:t>
            </a:r>
            <a:endParaRPr lang="en-US" sz="950" dirty="0"/>
          </a:p>
        </p:txBody>
      </p:sp>
      <p:sp>
        <p:nvSpPr>
          <p:cNvPr id="54" name="Shape 53">
            <a:extLst>
              <a:ext uri="{FF2B5EF4-FFF2-40B4-BE49-F238E27FC236}">
                <a16:creationId xmlns:a16="http://schemas.microsoft.com/office/drawing/2014/main" id="{6A248C21-4747-FC24-3580-97F4F037509E}"/>
              </a:ext>
            </a:extLst>
          </p:cNvPr>
          <p:cNvSpPr/>
          <p:nvPr/>
        </p:nvSpPr>
        <p:spPr>
          <a:xfrm>
            <a:off x="6721852" y="3044412"/>
            <a:ext cx="23774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Shape 54">
            <a:extLst>
              <a:ext uri="{FF2B5EF4-FFF2-40B4-BE49-F238E27FC236}">
                <a16:creationId xmlns:a16="http://schemas.microsoft.com/office/drawing/2014/main" id="{52F61426-B4D6-F4F3-3593-15DD217B9EA0}"/>
              </a:ext>
            </a:extLst>
          </p:cNvPr>
          <p:cNvSpPr/>
          <p:nvPr/>
        </p:nvSpPr>
        <p:spPr>
          <a:xfrm>
            <a:off x="6721852" y="3044412"/>
            <a:ext cx="237744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6" name="Text 55">
            <a:extLst>
              <a:ext uri="{FF2B5EF4-FFF2-40B4-BE49-F238E27FC236}">
                <a16:creationId xmlns:a16="http://schemas.microsoft.com/office/drawing/2014/main" id="{8FDFC2B6-307A-9470-6DD4-E47C9E85CB0C}"/>
              </a:ext>
            </a:extLst>
          </p:cNvPr>
          <p:cNvSpPr/>
          <p:nvPr/>
        </p:nvSpPr>
        <p:spPr>
          <a:xfrm>
            <a:off x="6721852" y="30444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7" name="Text 56">
            <a:extLst>
              <a:ext uri="{FF2B5EF4-FFF2-40B4-BE49-F238E27FC236}">
                <a16:creationId xmlns:a16="http://schemas.microsoft.com/office/drawing/2014/main" id="{A967B0CE-CA4D-FCAD-0656-F17ECFB4117B}"/>
              </a:ext>
            </a:extLst>
          </p:cNvPr>
          <p:cNvSpPr/>
          <p:nvPr/>
        </p:nvSpPr>
        <p:spPr>
          <a:xfrm>
            <a:off x="6996172" y="30901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CHANGE_TYPE=A→DTLにINSERT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CHANGE_TYPE=D→DTLからDELETE</a:t>
            </a:r>
            <a:endParaRPr lang="en-US" sz="950" dirty="0"/>
          </a:p>
        </p:txBody>
      </p:sp>
      <p:sp>
        <p:nvSpPr>
          <p:cNvPr id="58" name="Shape 57">
            <a:extLst>
              <a:ext uri="{FF2B5EF4-FFF2-40B4-BE49-F238E27FC236}">
                <a16:creationId xmlns:a16="http://schemas.microsoft.com/office/drawing/2014/main" id="{C48A6834-5B4E-9F26-60E6-7319D002A735}"/>
              </a:ext>
            </a:extLst>
          </p:cNvPr>
          <p:cNvSpPr/>
          <p:nvPr/>
        </p:nvSpPr>
        <p:spPr>
          <a:xfrm>
            <a:off x="6721852" y="3739356"/>
            <a:ext cx="23774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9" name="Shape 58">
            <a:extLst>
              <a:ext uri="{FF2B5EF4-FFF2-40B4-BE49-F238E27FC236}">
                <a16:creationId xmlns:a16="http://schemas.microsoft.com/office/drawing/2014/main" id="{D679779B-AC5E-FD17-0BF7-3ADC71B1CD92}"/>
              </a:ext>
            </a:extLst>
          </p:cNvPr>
          <p:cNvSpPr/>
          <p:nvPr/>
        </p:nvSpPr>
        <p:spPr>
          <a:xfrm>
            <a:off x="6721852" y="3739356"/>
            <a:ext cx="237744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0" name="Text 59">
            <a:extLst>
              <a:ext uri="{FF2B5EF4-FFF2-40B4-BE49-F238E27FC236}">
                <a16:creationId xmlns:a16="http://schemas.microsoft.com/office/drawing/2014/main" id="{5FD4273F-D24B-8ECD-CA91-9EA64D67D062}"/>
              </a:ext>
            </a:extLst>
          </p:cNvPr>
          <p:cNvSpPr/>
          <p:nvPr/>
        </p:nvSpPr>
        <p:spPr>
          <a:xfrm>
            <a:off x="6721852" y="37393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1" name="Text 60">
            <a:extLst>
              <a:ext uri="{FF2B5EF4-FFF2-40B4-BE49-F238E27FC236}">
                <a16:creationId xmlns:a16="http://schemas.microsoft.com/office/drawing/2014/main" id="{EFEA9E73-3A19-EFE9-AE57-F4C98CABECC9}"/>
              </a:ext>
            </a:extLst>
          </p:cNvPr>
          <p:cNvSpPr/>
          <p:nvPr/>
        </p:nvSpPr>
        <p:spPr>
          <a:xfrm>
            <a:off x="6996172" y="378507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DEPDTL を再展開</a:t>
            </a:r>
            <a:endParaRPr lang="en-US" sz="950" dirty="0"/>
          </a:p>
        </p:txBody>
      </p:sp>
      <p:sp>
        <p:nvSpPr>
          <p:cNvPr id="62" name="Shape 61">
            <a:extLst>
              <a:ext uri="{FF2B5EF4-FFF2-40B4-BE49-F238E27FC236}">
                <a16:creationId xmlns:a16="http://schemas.microsoft.com/office/drawing/2014/main" id="{9401CE2B-2F1C-68CC-A971-4ABF2796BC80}"/>
              </a:ext>
            </a:extLst>
          </p:cNvPr>
          <p:cNvSpPr/>
          <p:nvPr/>
        </p:nvSpPr>
        <p:spPr>
          <a:xfrm>
            <a:off x="6721852" y="4434300"/>
            <a:ext cx="23774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Shape 62">
            <a:extLst>
              <a:ext uri="{FF2B5EF4-FFF2-40B4-BE49-F238E27FC236}">
                <a16:creationId xmlns:a16="http://schemas.microsoft.com/office/drawing/2014/main" id="{E6413330-B680-2868-2EF8-8EEA9A210A4A}"/>
              </a:ext>
            </a:extLst>
          </p:cNvPr>
          <p:cNvSpPr/>
          <p:nvPr/>
        </p:nvSpPr>
        <p:spPr>
          <a:xfrm>
            <a:off x="6721852" y="4434300"/>
            <a:ext cx="237744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4" name="Text 63">
            <a:extLst>
              <a:ext uri="{FF2B5EF4-FFF2-40B4-BE49-F238E27FC236}">
                <a16:creationId xmlns:a16="http://schemas.microsoft.com/office/drawing/2014/main" id="{F623A355-87B3-A88A-4F18-675D9D9B2F51}"/>
              </a:ext>
            </a:extLst>
          </p:cNvPr>
          <p:cNvSpPr/>
          <p:nvPr/>
        </p:nvSpPr>
        <p:spPr>
          <a:xfrm>
            <a:off x="6721852" y="44343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5" name="Text 64">
            <a:extLst>
              <a:ext uri="{FF2B5EF4-FFF2-40B4-BE49-F238E27FC236}">
                <a16:creationId xmlns:a16="http://schemas.microsoft.com/office/drawing/2014/main" id="{B17E729F-0FE1-E2D8-51BE-0F0297BA93B2}"/>
              </a:ext>
            </a:extLst>
          </p:cNvPr>
          <p:cNvSpPr/>
          <p:nvPr/>
        </p:nvSpPr>
        <p:spPr>
          <a:xfrm>
            <a:off x="6996172" y="44800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APPLIED_FLG='1'に更新</a:t>
            </a:r>
            <a:endParaRPr lang="en-US" sz="950" dirty="0"/>
          </a:p>
        </p:txBody>
      </p:sp>
      <p:sp>
        <p:nvSpPr>
          <p:cNvPr id="66" name="Text 65">
            <a:extLst>
              <a:ext uri="{FF2B5EF4-FFF2-40B4-BE49-F238E27FC236}">
                <a16:creationId xmlns:a16="http://schemas.microsoft.com/office/drawing/2014/main" id="{BD8814FE-860A-C57A-6662-7AF34BD086A8}"/>
              </a:ext>
            </a:extLst>
          </p:cNvPr>
          <p:cNvSpPr/>
          <p:nvPr/>
        </p:nvSpPr>
        <p:spPr>
          <a:xfrm>
            <a:off x="668524" y="570531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冪等設計：バッチ失敗時もAPPLIED_FLGが0のまま残り、翌日再実行される。INSERT前に重複チェックを必ず実施。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8AE8E-8114-2AD6-029D-DEB0DC0CF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503E58A4-2D6E-E205-7A83-A44A3AD53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APPLIED_FLG </a:t>
            </a:r>
            <a:r>
              <a:rPr kumimoji="1" lang="ja-JP" altLang="en-US" dirty="0"/>
              <a:t>状態遷移と操作制御</a:t>
            </a:r>
          </a:p>
        </p:txBody>
      </p:sp>
      <p:sp>
        <p:nvSpPr>
          <p:cNvPr id="3" name="スライド番号プレースホルダ 2">
            <a:extLst>
              <a:ext uri="{FF2B5EF4-FFF2-40B4-BE49-F238E27FC236}">
                <a16:creationId xmlns:a16="http://schemas.microsoft.com/office/drawing/2014/main" id="{6D945776-9702-F23C-5AE4-CCE05B86E0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F5F81B-DE36-42D3-89DE-0645D30A867D}" type="slidenum">
              <a:rPr lang="ja-JP" altLang="en-US" smtClean="0"/>
              <a:pPr/>
              <a:t>6</a:t>
            </a:fld>
            <a:endParaRPr lang="ja-JP" altLang="en-US"/>
          </a:p>
        </p:txBody>
      </p:sp>
      <p:sp>
        <p:nvSpPr>
          <p:cNvPr id="67" name="Shape 3">
            <a:extLst>
              <a:ext uri="{FF2B5EF4-FFF2-40B4-BE49-F238E27FC236}">
                <a16:creationId xmlns:a16="http://schemas.microsoft.com/office/drawing/2014/main" id="{E29263FC-61C7-43B1-3C33-7B0148A33B0E}"/>
              </a:ext>
            </a:extLst>
          </p:cNvPr>
          <p:cNvSpPr/>
          <p:nvPr/>
        </p:nvSpPr>
        <p:spPr>
          <a:xfrm>
            <a:off x="1244588" y="1268760"/>
            <a:ext cx="2377440" cy="201168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8" name="Shape 4">
            <a:extLst>
              <a:ext uri="{FF2B5EF4-FFF2-40B4-BE49-F238E27FC236}">
                <a16:creationId xmlns:a16="http://schemas.microsoft.com/office/drawing/2014/main" id="{EEAA1D81-8D4C-07DA-B380-6B04AC83C577}"/>
              </a:ext>
            </a:extLst>
          </p:cNvPr>
          <p:cNvSpPr/>
          <p:nvPr/>
        </p:nvSpPr>
        <p:spPr>
          <a:xfrm>
            <a:off x="1244588" y="1268760"/>
            <a:ext cx="2377440" cy="73152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9" name="Shape 5">
            <a:extLst>
              <a:ext uri="{FF2B5EF4-FFF2-40B4-BE49-F238E27FC236}">
                <a16:creationId xmlns:a16="http://schemas.microsoft.com/office/drawing/2014/main" id="{AA1D8A05-1677-4D2D-41D7-46BAA45EF830}"/>
              </a:ext>
            </a:extLst>
          </p:cNvPr>
          <p:cNvSpPr/>
          <p:nvPr/>
        </p:nvSpPr>
        <p:spPr>
          <a:xfrm>
            <a:off x="1976108" y="1469928"/>
            <a:ext cx="914400" cy="91440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0" name="Text 6">
            <a:extLst>
              <a:ext uri="{FF2B5EF4-FFF2-40B4-BE49-F238E27FC236}">
                <a16:creationId xmlns:a16="http://schemas.microsoft.com/office/drawing/2014/main" id="{456590C7-9101-EBA1-9E60-665844499283}"/>
              </a:ext>
            </a:extLst>
          </p:cNvPr>
          <p:cNvSpPr/>
          <p:nvPr/>
        </p:nvSpPr>
        <p:spPr>
          <a:xfrm>
            <a:off x="1976108" y="146992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3600" dirty="0"/>
          </a:p>
        </p:txBody>
      </p:sp>
      <p:sp>
        <p:nvSpPr>
          <p:cNvPr id="71" name="Text 7">
            <a:extLst>
              <a:ext uri="{FF2B5EF4-FFF2-40B4-BE49-F238E27FC236}">
                <a16:creationId xmlns:a16="http://schemas.microsoft.com/office/drawing/2014/main" id="{94A3C9A3-6A5E-8C21-4DC4-926DDC01E621}"/>
              </a:ext>
            </a:extLst>
          </p:cNvPr>
          <p:cNvSpPr/>
          <p:nvPr/>
        </p:nvSpPr>
        <p:spPr>
          <a:xfrm>
            <a:off x="1244588" y="24757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未適用</a:t>
            </a:r>
            <a:endParaRPr lang="en-US" sz="1400" dirty="0"/>
          </a:p>
        </p:txBody>
      </p:sp>
      <p:sp>
        <p:nvSpPr>
          <p:cNvPr id="72" name="Text 8">
            <a:extLst>
              <a:ext uri="{FF2B5EF4-FFF2-40B4-BE49-F238E27FC236}">
                <a16:creationId xmlns:a16="http://schemas.microsoft.com/office/drawing/2014/main" id="{6D867D84-04D8-92ED-A79D-22375FE46260}"/>
              </a:ext>
            </a:extLst>
          </p:cNvPr>
          <p:cNvSpPr/>
          <p:nvPr/>
        </p:nvSpPr>
        <p:spPr>
          <a:xfrm>
            <a:off x="1244588" y="2823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予約登録直後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有効開始日前</a:t>
            </a:r>
            <a:endParaRPr lang="en-US" sz="1000" dirty="0"/>
          </a:p>
        </p:txBody>
      </p:sp>
      <p:sp>
        <p:nvSpPr>
          <p:cNvPr id="73" name="Shape 9">
            <a:extLst>
              <a:ext uri="{FF2B5EF4-FFF2-40B4-BE49-F238E27FC236}">
                <a16:creationId xmlns:a16="http://schemas.microsoft.com/office/drawing/2014/main" id="{7686BC04-D1F8-FF81-F1B7-1E9205AD29CC}"/>
              </a:ext>
            </a:extLst>
          </p:cNvPr>
          <p:cNvSpPr/>
          <p:nvPr/>
        </p:nvSpPr>
        <p:spPr>
          <a:xfrm>
            <a:off x="4079228" y="1268760"/>
            <a:ext cx="2377440" cy="201168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4" name="Shape 10">
            <a:extLst>
              <a:ext uri="{FF2B5EF4-FFF2-40B4-BE49-F238E27FC236}">
                <a16:creationId xmlns:a16="http://schemas.microsoft.com/office/drawing/2014/main" id="{5A482822-6B2C-96A9-4611-7356D003D92E}"/>
              </a:ext>
            </a:extLst>
          </p:cNvPr>
          <p:cNvSpPr/>
          <p:nvPr/>
        </p:nvSpPr>
        <p:spPr>
          <a:xfrm>
            <a:off x="4079228" y="1268760"/>
            <a:ext cx="237744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5" name="Shape 11">
            <a:extLst>
              <a:ext uri="{FF2B5EF4-FFF2-40B4-BE49-F238E27FC236}">
                <a16:creationId xmlns:a16="http://schemas.microsoft.com/office/drawing/2014/main" id="{122015AC-0508-BB99-E360-DAE5CF059201}"/>
              </a:ext>
            </a:extLst>
          </p:cNvPr>
          <p:cNvSpPr/>
          <p:nvPr/>
        </p:nvSpPr>
        <p:spPr>
          <a:xfrm>
            <a:off x="4810748" y="1469928"/>
            <a:ext cx="914400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4F0CBDD1-81ED-C149-8AB3-0A7B58E45F33}"/>
              </a:ext>
            </a:extLst>
          </p:cNvPr>
          <p:cNvSpPr/>
          <p:nvPr/>
        </p:nvSpPr>
        <p:spPr>
          <a:xfrm>
            <a:off x="4810748" y="146992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600" dirty="0"/>
          </a:p>
        </p:txBody>
      </p:sp>
      <p:sp>
        <p:nvSpPr>
          <p:cNvPr id="77" name="Text 13">
            <a:extLst>
              <a:ext uri="{FF2B5EF4-FFF2-40B4-BE49-F238E27FC236}">
                <a16:creationId xmlns:a16="http://schemas.microsoft.com/office/drawing/2014/main" id="{4E12E9B5-BD2A-B6B9-DFE9-E71ED3F7B19E}"/>
              </a:ext>
            </a:extLst>
          </p:cNvPr>
          <p:cNvSpPr/>
          <p:nvPr/>
        </p:nvSpPr>
        <p:spPr>
          <a:xfrm>
            <a:off x="4079228" y="24757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適用済</a:t>
            </a:r>
            <a:endParaRPr lang="en-US" sz="1400" dirty="0"/>
          </a:p>
        </p:txBody>
      </p:sp>
      <p:sp>
        <p:nvSpPr>
          <p:cNvPr id="78" name="Text 14">
            <a:extLst>
              <a:ext uri="{FF2B5EF4-FFF2-40B4-BE49-F238E27FC236}">
                <a16:creationId xmlns:a16="http://schemas.microsoft.com/office/drawing/2014/main" id="{E02BC422-C107-3C5A-18DB-8E4A49FEE802}"/>
              </a:ext>
            </a:extLst>
          </p:cNvPr>
          <p:cNvSpPr/>
          <p:nvPr/>
        </p:nvSpPr>
        <p:spPr>
          <a:xfrm>
            <a:off x="4079228" y="2823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バッチにより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DTLに反映完了</a:t>
            </a:r>
            <a:endParaRPr lang="en-US" sz="1000" dirty="0"/>
          </a:p>
        </p:txBody>
      </p:sp>
      <p:sp>
        <p:nvSpPr>
          <p:cNvPr id="79" name="Shape 15">
            <a:extLst>
              <a:ext uri="{FF2B5EF4-FFF2-40B4-BE49-F238E27FC236}">
                <a16:creationId xmlns:a16="http://schemas.microsoft.com/office/drawing/2014/main" id="{FF1E1562-AAA7-442A-522E-CC32959E9C7B}"/>
              </a:ext>
            </a:extLst>
          </p:cNvPr>
          <p:cNvSpPr/>
          <p:nvPr/>
        </p:nvSpPr>
        <p:spPr>
          <a:xfrm>
            <a:off x="6913868" y="1268760"/>
            <a:ext cx="2377440" cy="201168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0" name="Shape 16">
            <a:extLst>
              <a:ext uri="{FF2B5EF4-FFF2-40B4-BE49-F238E27FC236}">
                <a16:creationId xmlns:a16="http://schemas.microsoft.com/office/drawing/2014/main" id="{FD15C2DB-528F-A17F-5CC1-37B9C07994FD}"/>
              </a:ext>
            </a:extLst>
          </p:cNvPr>
          <p:cNvSpPr/>
          <p:nvPr/>
        </p:nvSpPr>
        <p:spPr>
          <a:xfrm>
            <a:off x="6913868" y="1268760"/>
            <a:ext cx="237744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1" name="Shape 17">
            <a:extLst>
              <a:ext uri="{FF2B5EF4-FFF2-40B4-BE49-F238E27FC236}">
                <a16:creationId xmlns:a16="http://schemas.microsoft.com/office/drawing/2014/main" id="{A469D65A-A99B-E314-8689-97F9E28E285B}"/>
              </a:ext>
            </a:extLst>
          </p:cNvPr>
          <p:cNvSpPr/>
          <p:nvPr/>
        </p:nvSpPr>
        <p:spPr>
          <a:xfrm>
            <a:off x="7645388" y="1469928"/>
            <a:ext cx="914400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2" name="Text 18">
            <a:extLst>
              <a:ext uri="{FF2B5EF4-FFF2-40B4-BE49-F238E27FC236}">
                <a16:creationId xmlns:a16="http://schemas.microsoft.com/office/drawing/2014/main" id="{EB038CCD-54CF-635C-EC59-01D146EF48EB}"/>
              </a:ext>
            </a:extLst>
          </p:cNvPr>
          <p:cNvSpPr/>
          <p:nvPr/>
        </p:nvSpPr>
        <p:spPr>
          <a:xfrm>
            <a:off x="7645388" y="146992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3600" dirty="0"/>
          </a:p>
        </p:txBody>
      </p:sp>
      <p:sp>
        <p:nvSpPr>
          <p:cNvPr id="83" name="Text 19">
            <a:extLst>
              <a:ext uri="{FF2B5EF4-FFF2-40B4-BE49-F238E27FC236}">
                <a16:creationId xmlns:a16="http://schemas.microsoft.com/office/drawing/2014/main" id="{745905CE-48AF-B723-B8C4-FF85E964735A}"/>
              </a:ext>
            </a:extLst>
          </p:cNvPr>
          <p:cNvSpPr/>
          <p:nvPr/>
        </p:nvSpPr>
        <p:spPr>
          <a:xfrm>
            <a:off x="6913868" y="24757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　消</a:t>
            </a:r>
            <a:endParaRPr lang="en-US" sz="1400" dirty="0"/>
          </a:p>
        </p:txBody>
      </p:sp>
      <p:sp>
        <p:nvSpPr>
          <p:cNvPr id="84" name="Text 20">
            <a:extLst>
              <a:ext uri="{FF2B5EF4-FFF2-40B4-BE49-F238E27FC236}">
                <a16:creationId xmlns:a16="http://schemas.microsoft.com/office/drawing/2014/main" id="{620A1096-F064-FA9F-B879-58F64DC683FA}"/>
              </a:ext>
            </a:extLst>
          </p:cNvPr>
          <p:cNvSpPr/>
          <p:nvPr/>
        </p:nvSpPr>
        <p:spPr>
          <a:xfrm>
            <a:off x="6913868" y="2823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有効開始日前に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手動取消</a:t>
            </a:r>
            <a:endParaRPr lang="en-US" sz="1000" dirty="0"/>
          </a:p>
        </p:txBody>
      </p:sp>
      <p:sp>
        <p:nvSpPr>
          <p:cNvPr id="85" name="Shape 21">
            <a:extLst>
              <a:ext uri="{FF2B5EF4-FFF2-40B4-BE49-F238E27FC236}">
                <a16:creationId xmlns:a16="http://schemas.microsoft.com/office/drawing/2014/main" id="{3FC4DBB1-4E32-57CE-E65C-B1F40844396F}"/>
              </a:ext>
            </a:extLst>
          </p:cNvPr>
          <p:cNvSpPr/>
          <p:nvPr/>
        </p:nvSpPr>
        <p:spPr>
          <a:xfrm>
            <a:off x="3640316" y="2274600"/>
            <a:ext cx="420624" cy="0"/>
          </a:xfrm>
          <a:prstGeom prst="line">
            <a:avLst/>
          </a:prstGeom>
          <a:noFill/>
          <a:ln w="317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6" name="Text 22">
            <a:extLst>
              <a:ext uri="{FF2B5EF4-FFF2-40B4-BE49-F238E27FC236}">
                <a16:creationId xmlns:a16="http://schemas.microsoft.com/office/drawing/2014/main" id="{D5E4EDEC-610B-F70D-A2D3-0FC46BDFED68}"/>
              </a:ext>
            </a:extLst>
          </p:cNvPr>
          <p:cNvSpPr/>
          <p:nvPr/>
        </p:nvSpPr>
        <p:spPr>
          <a:xfrm>
            <a:off x="3896348" y="215572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59669"/>
                </a:solidFill>
              </a:rPr>
              <a:t>▶</a:t>
            </a:r>
            <a:endParaRPr lang="en-US" sz="1200" dirty="0"/>
          </a:p>
        </p:txBody>
      </p:sp>
      <p:sp>
        <p:nvSpPr>
          <p:cNvPr id="87" name="Text 23">
            <a:extLst>
              <a:ext uri="{FF2B5EF4-FFF2-40B4-BE49-F238E27FC236}">
                <a16:creationId xmlns:a16="http://schemas.microsoft.com/office/drawing/2014/main" id="{DBE1E0F1-4075-24EB-AE9C-7F75FC6E2E3F}"/>
              </a:ext>
            </a:extLst>
          </p:cNvPr>
          <p:cNvSpPr/>
          <p:nvPr/>
        </p:nvSpPr>
        <p:spPr>
          <a:xfrm>
            <a:off x="3393428" y="24117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日次バッチ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（VALID_FROM&lt;=本日）</a:t>
            </a:r>
            <a:endParaRPr lang="en-US" sz="900" dirty="0"/>
          </a:p>
        </p:txBody>
      </p:sp>
      <p:sp>
        <p:nvSpPr>
          <p:cNvPr id="88" name="Shape 24">
            <a:extLst>
              <a:ext uri="{FF2B5EF4-FFF2-40B4-BE49-F238E27FC236}">
                <a16:creationId xmlns:a16="http://schemas.microsoft.com/office/drawing/2014/main" id="{ED47F846-360E-4DF1-0F0F-E7A22C881233}"/>
              </a:ext>
            </a:extLst>
          </p:cNvPr>
          <p:cNvSpPr/>
          <p:nvPr/>
        </p:nvSpPr>
        <p:spPr>
          <a:xfrm>
            <a:off x="2433308" y="3298728"/>
            <a:ext cx="4480560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9" name="Text 25">
            <a:extLst>
              <a:ext uri="{FF2B5EF4-FFF2-40B4-BE49-F238E27FC236}">
                <a16:creationId xmlns:a16="http://schemas.microsoft.com/office/drawing/2014/main" id="{3D783C40-057A-3DF7-BEC1-40D95E334482}"/>
              </a:ext>
            </a:extLst>
          </p:cNvPr>
          <p:cNvSpPr/>
          <p:nvPr/>
        </p:nvSpPr>
        <p:spPr>
          <a:xfrm>
            <a:off x="6776708" y="317071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2626"/>
                </a:solidFill>
              </a:rPr>
              <a:t>▶</a:t>
            </a:r>
            <a:endParaRPr lang="en-US" sz="1200" dirty="0"/>
          </a:p>
        </p:txBody>
      </p:sp>
      <p:sp>
        <p:nvSpPr>
          <p:cNvPr id="90" name="Text 26">
            <a:extLst>
              <a:ext uri="{FF2B5EF4-FFF2-40B4-BE49-F238E27FC236}">
                <a16:creationId xmlns:a16="http://schemas.microsoft.com/office/drawing/2014/main" id="{02392982-80C9-5C9A-DE7E-FB6F3B9E8D63}"/>
              </a:ext>
            </a:extLst>
          </p:cNvPr>
          <p:cNvSpPr/>
          <p:nvPr/>
        </p:nvSpPr>
        <p:spPr>
          <a:xfrm>
            <a:off x="3530588" y="33901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手動取消（有効開始日前のみ）</a:t>
            </a:r>
            <a:endParaRPr lang="en-US" sz="1000" dirty="0"/>
          </a:p>
        </p:txBody>
      </p:sp>
      <p:sp>
        <p:nvSpPr>
          <p:cNvPr id="91" name="Shape 27">
            <a:extLst>
              <a:ext uri="{FF2B5EF4-FFF2-40B4-BE49-F238E27FC236}">
                <a16:creationId xmlns:a16="http://schemas.microsoft.com/office/drawing/2014/main" id="{4A092BFF-BB1E-14CD-71D4-007DF88565BA}"/>
              </a:ext>
            </a:extLst>
          </p:cNvPr>
          <p:cNvSpPr/>
          <p:nvPr/>
        </p:nvSpPr>
        <p:spPr>
          <a:xfrm>
            <a:off x="604508" y="3829080"/>
            <a:ext cx="8595360" cy="36576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2" name="Text 28">
            <a:extLst>
              <a:ext uri="{FF2B5EF4-FFF2-40B4-BE49-F238E27FC236}">
                <a16:creationId xmlns:a16="http://schemas.microsoft.com/office/drawing/2014/main" id="{C75EA727-83D2-FF1C-B09E-2787385A191E}"/>
              </a:ext>
            </a:extLst>
          </p:cNvPr>
          <p:cNvSpPr/>
          <p:nvPr/>
        </p:nvSpPr>
        <p:spPr>
          <a:xfrm>
            <a:off x="741668" y="384736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【操作制御ルール】</a:t>
            </a:r>
            <a:endParaRPr lang="en-US" sz="1300" dirty="0"/>
          </a:p>
        </p:txBody>
      </p:sp>
      <p:sp>
        <p:nvSpPr>
          <p:cNvPr id="93" name="Shape 29">
            <a:extLst>
              <a:ext uri="{FF2B5EF4-FFF2-40B4-BE49-F238E27FC236}">
                <a16:creationId xmlns:a16="http://schemas.microsoft.com/office/drawing/2014/main" id="{FBA81797-5BC1-2C48-4126-C8B9F8FA440B}"/>
              </a:ext>
            </a:extLst>
          </p:cNvPr>
          <p:cNvSpPr/>
          <p:nvPr/>
        </p:nvSpPr>
        <p:spPr>
          <a:xfrm>
            <a:off x="604508" y="4240560"/>
            <a:ext cx="8595360" cy="457200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4" name="Shape 30">
            <a:extLst>
              <a:ext uri="{FF2B5EF4-FFF2-40B4-BE49-F238E27FC236}">
                <a16:creationId xmlns:a16="http://schemas.microsoft.com/office/drawing/2014/main" id="{52CF715D-A3CE-4856-5ECF-A32610C2D4A4}"/>
              </a:ext>
            </a:extLst>
          </p:cNvPr>
          <p:cNvSpPr/>
          <p:nvPr/>
        </p:nvSpPr>
        <p:spPr>
          <a:xfrm>
            <a:off x="604508" y="4240560"/>
            <a:ext cx="73152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5" name="Text 31">
            <a:extLst>
              <a:ext uri="{FF2B5EF4-FFF2-40B4-BE49-F238E27FC236}">
                <a16:creationId xmlns:a16="http://schemas.microsoft.com/office/drawing/2014/main" id="{73EF97A0-A9B8-3BD2-4B6C-C299CA888BAB}"/>
              </a:ext>
            </a:extLst>
          </p:cNvPr>
          <p:cNvSpPr/>
          <p:nvPr/>
        </p:nvSpPr>
        <p:spPr>
          <a:xfrm>
            <a:off x="769100" y="42405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有効開始日当日以降は取消操作をシステムでブロック（画面バリデーション）</a:t>
            </a:r>
            <a:endParaRPr lang="en-US" sz="1150" dirty="0"/>
          </a:p>
        </p:txBody>
      </p:sp>
      <p:sp>
        <p:nvSpPr>
          <p:cNvPr id="96" name="Shape 32">
            <a:extLst>
              <a:ext uri="{FF2B5EF4-FFF2-40B4-BE49-F238E27FC236}">
                <a16:creationId xmlns:a16="http://schemas.microsoft.com/office/drawing/2014/main" id="{2C5971C8-CE78-637F-F75B-D9A6E406F5A3}"/>
              </a:ext>
            </a:extLst>
          </p:cNvPr>
          <p:cNvSpPr/>
          <p:nvPr/>
        </p:nvSpPr>
        <p:spPr>
          <a:xfrm>
            <a:off x="604508" y="4743480"/>
            <a:ext cx="8595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7" name="Shape 33">
            <a:extLst>
              <a:ext uri="{FF2B5EF4-FFF2-40B4-BE49-F238E27FC236}">
                <a16:creationId xmlns:a16="http://schemas.microsoft.com/office/drawing/2014/main" id="{FE767F43-0239-B520-6F38-7F22FB756402}"/>
              </a:ext>
            </a:extLst>
          </p:cNvPr>
          <p:cNvSpPr/>
          <p:nvPr/>
        </p:nvSpPr>
        <p:spPr>
          <a:xfrm>
            <a:off x="604508" y="4743480"/>
            <a:ext cx="73152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8" name="Text 34">
            <a:extLst>
              <a:ext uri="{FF2B5EF4-FFF2-40B4-BE49-F238E27FC236}">
                <a16:creationId xmlns:a16="http://schemas.microsoft.com/office/drawing/2014/main" id="{3A110812-E4A9-6FC3-06F0-6CC4DF6AF059}"/>
              </a:ext>
            </a:extLst>
          </p:cNvPr>
          <p:cNvSpPr/>
          <p:nvPr/>
        </p:nvSpPr>
        <p:spPr>
          <a:xfrm>
            <a:off x="769100" y="47434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同一ユーザー・同一グループへの矛盾した予約（同日に追加+削除）は登録時にエラー</a:t>
            </a:r>
            <a:endParaRPr lang="en-US" sz="1150" dirty="0"/>
          </a:p>
        </p:txBody>
      </p:sp>
      <p:sp>
        <p:nvSpPr>
          <p:cNvPr id="99" name="Shape 35">
            <a:extLst>
              <a:ext uri="{FF2B5EF4-FFF2-40B4-BE49-F238E27FC236}">
                <a16:creationId xmlns:a16="http://schemas.microsoft.com/office/drawing/2014/main" id="{0619525B-4BA7-8FAE-E633-D2E16A6F1E64}"/>
              </a:ext>
            </a:extLst>
          </p:cNvPr>
          <p:cNvSpPr/>
          <p:nvPr/>
        </p:nvSpPr>
        <p:spPr>
          <a:xfrm>
            <a:off x="604508" y="5246400"/>
            <a:ext cx="8595360" cy="457200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0" name="Shape 36">
            <a:extLst>
              <a:ext uri="{FF2B5EF4-FFF2-40B4-BE49-F238E27FC236}">
                <a16:creationId xmlns:a16="http://schemas.microsoft.com/office/drawing/2014/main" id="{BFE8347C-CE9B-AEA9-77DD-466490A55A9D}"/>
              </a:ext>
            </a:extLst>
          </p:cNvPr>
          <p:cNvSpPr/>
          <p:nvPr/>
        </p:nvSpPr>
        <p:spPr>
          <a:xfrm>
            <a:off x="604508" y="5246400"/>
            <a:ext cx="73152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1" name="Text 37">
            <a:extLst>
              <a:ext uri="{FF2B5EF4-FFF2-40B4-BE49-F238E27FC236}">
                <a16:creationId xmlns:a16="http://schemas.microsoft.com/office/drawing/2014/main" id="{49FD3D06-4BB9-6FD6-B0D5-D765FCB7E60D}"/>
              </a:ext>
            </a:extLst>
          </p:cNvPr>
          <p:cNvSpPr/>
          <p:nvPr/>
        </p:nvSpPr>
        <p:spPr>
          <a:xfrm>
            <a:off x="769100" y="5246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バッチ実行中はWFS申請・承認操作を停止推奨（DEPDTL再展開中の不整合防止）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3475229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DF716-BCF2-A717-3B73-D5281D452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BE26874E-6F16-E41F-B3F3-A58E87711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テーブル関連図</a:t>
            </a:r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EEE8E3A0-234C-064F-24E2-352CAB685DC8}"/>
              </a:ext>
            </a:extLst>
          </p:cNvPr>
          <p:cNvSpPr/>
          <p:nvPr/>
        </p:nvSpPr>
        <p:spPr>
          <a:xfrm>
            <a:off x="635888" y="1027012"/>
            <a:ext cx="1371600" cy="320040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EFC519C3-CEBF-0EAA-D828-BC08DECD221B}"/>
              </a:ext>
            </a:extLst>
          </p:cNvPr>
          <p:cNvSpPr/>
          <p:nvPr/>
        </p:nvSpPr>
        <p:spPr>
          <a:xfrm>
            <a:off x="635888" y="10270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既存テーブル</a:t>
            </a:r>
            <a:endParaRPr lang="en-US" sz="1000" dirty="0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62A956FC-75A9-A7D4-3B7E-311A7BB0AC19}"/>
              </a:ext>
            </a:extLst>
          </p:cNvPr>
          <p:cNvSpPr/>
          <p:nvPr/>
        </p:nvSpPr>
        <p:spPr>
          <a:xfrm>
            <a:off x="2190368" y="1027012"/>
            <a:ext cx="1371600" cy="32004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3329C8A4-2380-6BBA-AE39-D9A7CD97E385}"/>
              </a:ext>
            </a:extLst>
          </p:cNvPr>
          <p:cNvSpPr/>
          <p:nvPr/>
        </p:nvSpPr>
        <p:spPr>
          <a:xfrm>
            <a:off x="2190368" y="10270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新規テーブル</a:t>
            </a:r>
            <a:endParaRPr lang="en-US" sz="1000" dirty="0"/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DAD0AC8B-AF66-D643-2DC8-8382D48D2EEF}"/>
              </a:ext>
            </a:extLst>
          </p:cNvPr>
          <p:cNvSpPr/>
          <p:nvPr/>
        </p:nvSpPr>
        <p:spPr>
          <a:xfrm>
            <a:off x="3744848" y="1182460"/>
            <a:ext cx="548640" cy="0"/>
          </a:xfrm>
          <a:prstGeom prst="line">
            <a:avLst/>
          </a:prstGeom>
          <a:noFill/>
          <a:ln w="1905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A5D6D2A3-CAA1-6846-6FEF-F6AE7A38FB14}"/>
              </a:ext>
            </a:extLst>
          </p:cNvPr>
          <p:cNvSpPr/>
          <p:nvPr/>
        </p:nvSpPr>
        <p:spPr>
          <a:xfrm>
            <a:off x="4311776" y="10635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参照関係</a:t>
            </a:r>
            <a:endParaRPr lang="en-US" sz="1000" dirty="0"/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E6E6A8DE-4B11-617C-34ED-5F60751B18D5}"/>
              </a:ext>
            </a:extLst>
          </p:cNvPr>
          <p:cNvSpPr/>
          <p:nvPr/>
        </p:nvSpPr>
        <p:spPr>
          <a:xfrm>
            <a:off x="5482208" y="1182460"/>
            <a:ext cx="548640" cy="0"/>
          </a:xfrm>
          <a:prstGeom prst="line">
            <a:avLst/>
          </a:prstGeom>
          <a:noFill/>
          <a:ln w="25400">
            <a:solidFill>
              <a:srgbClr val="E8630A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E354CC62-6011-2B6B-8B1B-0B0E7561A864}"/>
              </a:ext>
            </a:extLst>
          </p:cNvPr>
          <p:cNvSpPr/>
          <p:nvPr/>
        </p:nvSpPr>
        <p:spPr>
          <a:xfrm>
            <a:off x="6049136" y="10635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バッチ反映</a:t>
            </a:r>
            <a:endParaRPr lang="en-US" sz="1000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481BDC3F-AD21-96A8-CFF0-AB91EE6D2501}"/>
              </a:ext>
            </a:extLst>
          </p:cNvPr>
          <p:cNvSpPr/>
          <p:nvPr/>
        </p:nvSpPr>
        <p:spPr>
          <a:xfrm>
            <a:off x="635888" y="1520788"/>
            <a:ext cx="3200400" cy="2926080"/>
          </a:xfrm>
          <a:prstGeom prst="rect">
            <a:avLst/>
          </a:prstGeom>
          <a:solidFill>
            <a:srgbClr val="FFF4ED"/>
          </a:solidFill>
          <a:ln w="25400">
            <a:solidFill>
              <a:srgbClr val="E8630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28547186-EF1C-DA4D-1453-F6E27CC838C2}"/>
              </a:ext>
            </a:extLst>
          </p:cNvPr>
          <p:cNvSpPr/>
          <p:nvPr/>
        </p:nvSpPr>
        <p:spPr>
          <a:xfrm>
            <a:off x="635888" y="1520788"/>
            <a:ext cx="3200400" cy="384048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B7D4E504-D032-C437-280D-6B56C04F339E}"/>
              </a:ext>
            </a:extLst>
          </p:cNvPr>
          <p:cNvSpPr/>
          <p:nvPr/>
        </p:nvSpPr>
        <p:spPr>
          <a:xfrm>
            <a:off x="681608" y="153907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WFS_CHANGE_RESERVE（新規）</a:t>
            </a:r>
            <a:endParaRPr lang="en-US" sz="11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F73CE8C6-37CA-7612-E694-6E6A66B23E9C}"/>
              </a:ext>
            </a:extLst>
          </p:cNvPr>
          <p:cNvSpPr/>
          <p:nvPr/>
        </p:nvSpPr>
        <p:spPr>
          <a:xfrm>
            <a:off x="800480" y="19597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RESERVE_ID     PK</a:t>
            </a:r>
            <a:endParaRPr lang="en-US" sz="1000" dirty="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9D1F228D-A63E-2844-E575-FB5F0AF99479}"/>
              </a:ext>
            </a:extLst>
          </p:cNvPr>
          <p:cNvSpPr/>
          <p:nvPr/>
        </p:nvSpPr>
        <p:spPr>
          <a:xfrm>
            <a:off x="800480" y="23071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WFS_GROUP_ID   FK</a:t>
            </a:r>
            <a:endParaRPr lang="en-US" sz="1000" dirty="0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FC41112B-F0D6-3B04-D490-A0E50EAF699B}"/>
              </a:ext>
            </a:extLst>
          </p:cNvPr>
          <p:cNvSpPr/>
          <p:nvPr/>
        </p:nvSpPr>
        <p:spPr>
          <a:xfrm>
            <a:off x="800480" y="265464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        FK</a:t>
            </a:r>
            <a:endParaRPr lang="en-US" sz="1000" dirty="0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82964146-EF66-42FD-1968-26323E7ACA30}"/>
              </a:ext>
            </a:extLst>
          </p:cNvPr>
          <p:cNvSpPr/>
          <p:nvPr/>
        </p:nvSpPr>
        <p:spPr>
          <a:xfrm>
            <a:off x="800480" y="300211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CHANGE_TYPE    A/D</a:t>
            </a:r>
            <a:endParaRPr lang="en-US" sz="1000" dirty="0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34945B05-4935-F669-7BDB-619AEA34D96B}"/>
              </a:ext>
            </a:extLst>
          </p:cNvPr>
          <p:cNvSpPr/>
          <p:nvPr/>
        </p:nvSpPr>
        <p:spPr>
          <a:xfrm>
            <a:off x="800480" y="33495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VALID_FROM     有効開始日</a:t>
            </a:r>
            <a:endParaRPr lang="en-US" sz="1000" dirty="0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129E7DCC-19F2-088F-141C-265B0FC49992}"/>
              </a:ext>
            </a:extLst>
          </p:cNvPr>
          <p:cNvSpPr/>
          <p:nvPr/>
        </p:nvSpPr>
        <p:spPr>
          <a:xfrm>
            <a:off x="800480" y="36970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APPLIED_FLG    0/1/9</a:t>
            </a:r>
            <a:endParaRPr lang="en-US" sz="1000" dirty="0"/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3CE679A1-381D-7786-B313-6498777194BA}"/>
              </a:ext>
            </a:extLst>
          </p:cNvPr>
          <p:cNvSpPr/>
          <p:nvPr/>
        </p:nvSpPr>
        <p:spPr>
          <a:xfrm>
            <a:off x="3854576" y="2782660"/>
            <a:ext cx="1097280" cy="0"/>
          </a:xfrm>
          <a:prstGeom prst="line">
            <a:avLst/>
          </a:prstGeom>
          <a:noFill/>
          <a:ln w="25400">
            <a:solidFill>
              <a:srgbClr val="E8630A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E2343BAE-FC37-C439-D5F8-F5E9D6AC47FD}"/>
              </a:ext>
            </a:extLst>
          </p:cNvPr>
          <p:cNvSpPr/>
          <p:nvPr/>
        </p:nvSpPr>
        <p:spPr>
          <a:xfrm>
            <a:off x="3854576" y="2801533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バッチ反映▶</a:t>
            </a:r>
            <a:endParaRPr lang="en-US" sz="950" dirty="0"/>
          </a:p>
        </p:txBody>
      </p:sp>
      <p:sp>
        <p:nvSpPr>
          <p:cNvPr id="23" name="Shape 22">
            <a:extLst>
              <a:ext uri="{FF2B5EF4-FFF2-40B4-BE49-F238E27FC236}">
                <a16:creationId xmlns:a16="http://schemas.microsoft.com/office/drawing/2014/main" id="{280D4651-918F-CF47-5D63-CDFF7FDAA401}"/>
              </a:ext>
            </a:extLst>
          </p:cNvPr>
          <p:cNvSpPr/>
          <p:nvPr/>
        </p:nvSpPr>
        <p:spPr>
          <a:xfrm>
            <a:off x="5025008" y="1520788"/>
            <a:ext cx="4114800" cy="1298448"/>
          </a:xfrm>
          <a:prstGeom prst="rect">
            <a:avLst/>
          </a:prstGeom>
          <a:solidFill>
            <a:srgbClr val="EEF2FF"/>
          </a:solidFill>
          <a:ln w="19050">
            <a:solidFill>
              <a:srgbClr val="1D326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3">
            <a:extLst>
              <a:ext uri="{FF2B5EF4-FFF2-40B4-BE49-F238E27FC236}">
                <a16:creationId xmlns:a16="http://schemas.microsoft.com/office/drawing/2014/main" id="{7F7057F0-F9BC-A25B-F871-4684C0FC83BC}"/>
              </a:ext>
            </a:extLst>
          </p:cNvPr>
          <p:cNvSpPr/>
          <p:nvPr/>
        </p:nvSpPr>
        <p:spPr>
          <a:xfrm>
            <a:off x="5025008" y="1520788"/>
            <a:ext cx="4114800" cy="384048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55A3C454-631E-5AB8-F57F-1BBF04FEC3EF}"/>
              </a:ext>
            </a:extLst>
          </p:cNvPr>
          <p:cNvSpPr/>
          <p:nvPr/>
        </p:nvSpPr>
        <p:spPr>
          <a:xfrm>
            <a:off x="5070728" y="153907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WFS_M_USR_GRP_DTL（既存）</a:t>
            </a:r>
            <a:endParaRPr lang="en-US" sz="1100" dirty="0"/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68240019-C644-8AC3-574F-1268125705D4}"/>
              </a:ext>
            </a:extLst>
          </p:cNvPr>
          <p:cNvSpPr/>
          <p:nvPr/>
        </p:nvSpPr>
        <p:spPr>
          <a:xfrm>
            <a:off x="5162168" y="197798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WFS_GROUP_ID   PK/FK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ID（USER_IDまたはグループID）  PK</a:t>
            </a:r>
            <a:endParaRPr lang="en-US" sz="1050" dirty="0"/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F5992C55-DD78-3E3B-210D-B124B760482D}"/>
              </a:ext>
            </a:extLst>
          </p:cNvPr>
          <p:cNvSpPr/>
          <p:nvPr/>
        </p:nvSpPr>
        <p:spPr>
          <a:xfrm>
            <a:off x="7082408" y="2837524"/>
            <a:ext cx="0" cy="320040"/>
          </a:xfrm>
          <a:prstGeom prst="line">
            <a:avLst/>
          </a:prstGeom>
          <a:noFill/>
          <a:ln w="1905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8F43EAAD-5749-A856-B84B-91ACB76891D3}"/>
              </a:ext>
            </a:extLst>
          </p:cNvPr>
          <p:cNvSpPr/>
          <p:nvPr/>
        </p:nvSpPr>
        <p:spPr>
          <a:xfrm>
            <a:off x="6762368" y="30569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D3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▼再展開</a:t>
            </a:r>
            <a:endParaRPr lang="en-US" sz="950" dirty="0"/>
          </a:p>
        </p:txBody>
      </p:sp>
      <p:sp>
        <p:nvSpPr>
          <p:cNvPr id="29" name="Shape 28">
            <a:extLst>
              <a:ext uri="{FF2B5EF4-FFF2-40B4-BE49-F238E27FC236}">
                <a16:creationId xmlns:a16="http://schemas.microsoft.com/office/drawing/2014/main" id="{82B3AB29-1912-35FC-4432-901A023C2F47}"/>
              </a:ext>
            </a:extLst>
          </p:cNvPr>
          <p:cNvSpPr/>
          <p:nvPr/>
        </p:nvSpPr>
        <p:spPr>
          <a:xfrm>
            <a:off x="5025008" y="3377020"/>
            <a:ext cx="4114800" cy="1298448"/>
          </a:xfrm>
          <a:prstGeom prst="rect">
            <a:avLst/>
          </a:prstGeom>
          <a:solidFill>
            <a:srgbClr val="EEF2FF"/>
          </a:solidFill>
          <a:ln w="19050">
            <a:solidFill>
              <a:srgbClr val="1D326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9">
            <a:extLst>
              <a:ext uri="{FF2B5EF4-FFF2-40B4-BE49-F238E27FC236}">
                <a16:creationId xmlns:a16="http://schemas.microsoft.com/office/drawing/2014/main" id="{94CE4F0C-0228-D46A-9484-02A0DFAD8D05}"/>
              </a:ext>
            </a:extLst>
          </p:cNvPr>
          <p:cNvSpPr/>
          <p:nvPr/>
        </p:nvSpPr>
        <p:spPr>
          <a:xfrm>
            <a:off x="5025008" y="3377020"/>
            <a:ext cx="4114800" cy="384048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30">
            <a:extLst>
              <a:ext uri="{FF2B5EF4-FFF2-40B4-BE49-F238E27FC236}">
                <a16:creationId xmlns:a16="http://schemas.microsoft.com/office/drawing/2014/main" id="{A5943DC4-D6D9-83B2-8606-9322D06363FD}"/>
              </a:ext>
            </a:extLst>
          </p:cNvPr>
          <p:cNvSpPr/>
          <p:nvPr/>
        </p:nvSpPr>
        <p:spPr>
          <a:xfrm>
            <a:off x="5070728" y="339530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WFS_M_USR_GRP_DEPDTL（既存）</a:t>
            </a:r>
            <a:endParaRPr lang="en-US" sz="1100" dirty="0"/>
          </a:p>
        </p:txBody>
      </p:sp>
      <p:sp>
        <p:nvSpPr>
          <p:cNvPr id="32" name="Text 31">
            <a:extLst>
              <a:ext uri="{FF2B5EF4-FFF2-40B4-BE49-F238E27FC236}">
                <a16:creationId xmlns:a16="http://schemas.microsoft.com/office/drawing/2014/main" id="{07B817EE-BA8A-3EB3-A033-ABC4ACA9ECC6}"/>
              </a:ext>
            </a:extLst>
          </p:cNvPr>
          <p:cNvSpPr/>
          <p:nvPr/>
        </p:nvSpPr>
        <p:spPr>
          <a:xfrm>
            <a:off x="5162168" y="38342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WFS_GROUP_ID   PK/FK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USER_ID（展開済みユーザーID）  PK/FK</a:t>
            </a:r>
            <a:endParaRPr lang="en-US" sz="1050" dirty="0"/>
          </a:p>
        </p:txBody>
      </p:sp>
      <p:sp>
        <p:nvSpPr>
          <p:cNvPr id="33" name="Shape 32">
            <a:extLst>
              <a:ext uri="{FF2B5EF4-FFF2-40B4-BE49-F238E27FC236}">
                <a16:creationId xmlns:a16="http://schemas.microsoft.com/office/drawing/2014/main" id="{F802BC41-0178-3A2C-0641-D0B90971F58C}"/>
              </a:ext>
            </a:extLst>
          </p:cNvPr>
          <p:cNvSpPr/>
          <p:nvPr/>
        </p:nvSpPr>
        <p:spPr>
          <a:xfrm>
            <a:off x="5025008" y="4812628"/>
            <a:ext cx="4114800" cy="59436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3">
            <a:extLst>
              <a:ext uri="{FF2B5EF4-FFF2-40B4-BE49-F238E27FC236}">
                <a16:creationId xmlns:a16="http://schemas.microsoft.com/office/drawing/2014/main" id="{1306E5BE-CFBB-1449-8161-8C8A74B5B907}"/>
              </a:ext>
            </a:extLst>
          </p:cNvPr>
          <p:cNvSpPr/>
          <p:nvPr/>
        </p:nvSpPr>
        <p:spPr>
          <a:xfrm>
            <a:off x="5070728" y="485834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承認権限判定・メール送信は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このテーブル（DEPDTL）のみを参照</a:t>
            </a:r>
            <a:endParaRPr lang="en-US" sz="1050" dirty="0"/>
          </a:p>
        </p:txBody>
      </p:sp>
      <p:sp>
        <p:nvSpPr>
          <p:cNvPr id="35" name="Shape 34">
            <a:extLst>
              <a:ext uri="{FF2B5EF4-FFF2-40B4-BE49-F238E27FC236}">
                <a16:creationId xmlns:a16="http://schemas.microsoft.com/office/drawing/2014/main" id="{52745AAA-B011-EA23-48AA-D306AE424DFF}"/>
              </a:ext>
            </a:extLst>
          </p:cNvPr>
          <p:cNvSpPr/>
          <p:nvPr/>
        </p:nvSpPr>
        <p:spPr>
          <a:xfrm>
            <a:off x="1321688" y="4465156"/>
            <a:ext cx="0" cy="658368"/>
          </a:xfrm>
          <a:prstGeom prst="line">
            <a:avLst/>
          </a:prstGeom>
          <a:noFill/>
          <a:ln w="12700">
            <a:solidFill>
              <a:srgbClr val="6B7280"/>
            </a:solidFill>
            <a:prstDash val="sys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5">
            <a:extLst>
              <a:ext uri="{FF2B5EF4-FFF2-40B4-BE49-F238E27FC236}">
                <a16:creationId xmlns:a16="http://schemas.microsoft.com/office/drawing/2014/main" id="{CEF4A4F5-3FAF-858A-D87E-149EF4A5B562}"/>
              </a:ext>
            </a:extLst>
          </p:cNvPr>
          <p:cNvSpPr/>
          <p:nvPr/>
        </p:nvSpPr>
        <p:spPr>
          <a:xfrm>
            <a:off x="635888" y="5141812"/>
            <a:ext cx="2286000" cy="77724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6">
            <a:extLst>
              <a:ext uri="{FF2B5EF4-FFF2-40B4-BE49-F238E27FC236}">
                <a16:creationId xmlns:a16="http://schemas.microsoft.com/office/drawing/2014/main" id="{8A3532EE-6878-9F78-7D42-D5904963AF10}"/>
              </a:ext>
            </a:extLst>
          </p:cNvPr>
          <p:cNvSpPr/>
          <p:nvPr/>
        </p:nvSpPr>
        <p:spPr>
          <a:xfrm>
            <a:off x="681608" y="518753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TLN_M_USER（既存）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 PK / USER_NM</a:t>
            </a:r>
            <a:endParaRPr lang="en-US" sz="1000" dirty="0"/>
          </a:p>
        </p:txBody>
      </p:sp>
      <p:sp>
        <p:nvSpPr>
          <p:cNvPr id="38" name="Text 37">
            <a:extLst>
              <a:ext uri="{FF2B5EF4-FFF2-40B4-BE49-F238E27FC236}">
                <a16:creationId xmlns:a16="http://schemas.microsoft.com/office/drawing/2014/main" id="{5053BE7C-5FDD-92E3-18AE-905EA9338466}"/>
              </a:ext>
            </a:extLst>
          </p:cNvPr>
          <p:cNvSpPr/>
          <p:nvPr/>
        </p:nvSpPr>
        <p:spPr>
          <a:xfrm>
            <a:off x="635888" y="59647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USER_IDの存在確認用</a:t>
            </a:r>
            <a:endParaRPr lang="en-US" sz="950" dirty="0"/>
          </a:p>
        </p:txBody>
      </p:sp>
      <p:sp>
        <p:nvSpPr>
          <p:cNvPr id="39" name="Shape 38">
            <a:extLst>
              <a:ext uri="{FF2B5EF4-FFF2-40B4-BE49-F238E27FC236}">
                <a16:creationId xmlns:a16="http://schemas.microsoft.com/office/drawing/2014/main" id="{FB64D2B2-DA84-88F2-FC57-C1630069734C}"/>
              </a:ext>
            </a:extLst>
          </p:cNvPr>
          <p:cNvSpPr/>
          <p:nvPr/>
        </p:nvSpPr>
        <p:spPr>
          <a:xfrm>
            <a:off x="3059048" y="5141812"/>
            <a:ext cx="1737360" cy="77724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9">
            <a:extLst>
              <a:ext uri="{FF2B5EF4-FFF2-40B4-BE49-F238E27FC236}">
                <a16:creationId xmlns:a16="http://schemas.microsoft.com/office/drawing/2014/main" id="{2327D338-25AB-CBC1-29EE-29E7B055CCB8}"/>
              </a:ext>
            </a:extLst>
          </p:cNvPr>
          <p:cNvSpPr/>
          <p:nvPr/>
        </p:nvSpPr>
        <p:spPr>
          <a:xfrm>
            <a:off x="3104768" y="5187532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WFS_M_USR_GRP_HED（既存）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WFS_GROUP_ID PK</a:t>
            </a:r>
            <a:endParaRPr lang="en-US" sz="950" dirty="0"/>
          </a:p>
        </p:txBody>
      </p:sp>
      <p:sp>
        <p:nvSpPr>
          <p:cNvPr id="41" name="Shape 40">
            <a:extLst>
              <a:ext uri="{FF2B5EF4-FFF2-40B4-BE49-F238E27FC236}">
                <a16:creationId xmlns:a16="http://schemas.microsoft.com/office/drawing/2014/main" id="{255027A2-CB29-C715-33B5-F1FCDD426D4B}"/>
              </a:ext>
            </a:extLst>
          </p:cNvPr>
          <p:cNvSpPr/>
          <p:nvPr/>
        </p:nvSpPr>
        <p:spPr>
          <a:xfrm>
            <a:off x="2464688" y="4465156"/>
            <a:ext cx="59436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ys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Text 41">
            <a:extLst>
              <a:ext uri="{FF2B5EF4-FFF2-40B4-BE49-F238E27FC236}">
                <a16:creationId xmlns:a16="http://schemas.microsoft.com/office/drawing/2014/main" id="{DF958ED9-B5EB-34E5-F7BE-4CC68E9368E4}"/>
              </a:ext>
            </a:extLst>
          </p:cNvPr>
          <p:cNvSpPr/>
          <p:nvPr/>
        </p:nvSpPr>
        <p:spPr>
          <a:xfrm>
            <a:off x="3059048" y="59647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GROUP_IDの存在確認用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1633276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F2EF0-9378-384D-23F3-5B7C3FCE2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AD09C995-D446-5F51-F787-FBCF87BF8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必要な画面構成</a:t>
            </a:r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777F2924-ADED-D337-1774-ED8900B91C53}"/>
              </a:ext>
            </a:extLst>
          </p:cNvPr>
          <p:cNvSpPr/>
          <p:nvPr/>
        </p:nvSpPr>
        <p:spPr>
          <a:xfrm>
            <a:off x="560512" y="1111556"/>
            <a:ext cx="8595360" cy="1444752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3" name="Shape 4">
            <a:extLst>
              <a:ext uri="{FF2B5EF4-FFF2-40B4-BE49-F238E27FC236}">
                <a16:creationId xmlns:a16="http://schemas.microsoft.com/office/drawing/2014/main" id="{0828270F-E964-DAD1-665C-14C2164D3B6E}"/>
              </a:ext>
            </a:extLst>
          </p:cNvPr>
          <p:cNvSpPr/>
          <p:nvPr/>
        </p:nvSpPr>
        <p:spPr>
          <a:xfrm>
            <a:off x="560512" y="1111556"/>
            <a:ext cx="8595360" cy="384048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Text 5">
            <a:extLst>
              <a:ext uri="{FF2B5EF4-FFF2-40B4-BE49-F238E27FC236}">
                <a16:creationId xmlns:a16="http://schemas.microsoft.com/office/drawing/2014/main" id="{0DAE4C4B-00EB-D6EF-54D2-F3C11D8B9407}"/>
              </a:ext>
            </a:extLst>
          </p:cNvPr>
          <p:cNvSpPr/>
          <p:nvPr/>
        </p:nvSpPr>
        <p:spPr>
          <a:xfrm>
            <a:off x="697672" y="113898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変更予約登録画面（新規）</a:t>
            </a:r>
            <a:endParaRPr lang="en-US" sz="1300" dirty="0"/>
          </a:p>
        </p:txBody>
      </p:sp>
      <p:sp>
        <p:nvSpPr>
          <p:cNvPr id="45" name="Shape 6">
            <a:extLst>
              <a:ext uri="{FF2B5EF4-FFF2-40B4-BE49-F238E27FC236}">
                <a16:creationId xmlns:a16="http://schemas.microsoft.com/office/drawing/2014/main" id="{80897696-D1F2-5D57-AADC-AD75B565698C}"/>
              </a:ext>
            </a:extLst>
          </p:cNvPr>
          <p:cNvSpPr/>
          <p:nvPr/>
        </p:nvSpPr>
        <p:spPr>
          <a:xfrm>
            <a:off x="8040304" y="1166420"/>
            <a:ext cx="10058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7">
            <a:extLst>
              <a:ext uri="{FF2B5EF4-FFF2-40B4-BE49-F238E27FC236}">
                <a16:creationId xmlns:a16="http://schemas.microsoft.com/office/drawing/2014/main" id="{63C31F8F-5EF0-82B5-8573-94BF0FCE3EC8}"/>
              </a:ext>
            </a:extLst>
          </p:cNvPr>
          <p:cNvSpPr/>
          <p:nvPr/>
        </p:nvSpPr>
        <p:spPr>
          <a:xfrm>
            <a:off x="8040304" y="11664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新規構築</a:t>
            </a:r>
            <a:endParaRPr lang="en-US" sz="1000" dirty="0"/>
          </a:p>
        </p:txBody>
      </p:sp>
      <p:sp>
        <p:nvSpPr>
          <p:cNvPr id="47" name="Shape 8">
            <a:extLst>
              <a:ext uri="{FF2B5EF4-FFF2-40B4-BE49-F238E27FC236}">
                <a16:creationId xmlns:a16="http://schemas.microsoft.com/office/drawing/2014/main" id="{E9233E42-9638-5DFB-3764-13737967947C}"/>
              </a:ext>
            </a:extLst>
          </p:cNvPr>
          <p:cNvSpPr/>
          <p:nvPr/>
        </p:nvSpPr>
        <p:spPr>
          <a:xfrm>
            <a:off x="725104" y="1632764"/>
            <a:ext cx="182880" cy="18288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Text 9">
            <a:extLst>
              <a:ext uri="{FF2B5EF4-FFF2-40B4-BE49-F238E27FC236}">
                <a16:creationId xmlns:a16="http://schemas.microsoft.com/office/drawing/2014/main" id="{FE5D80ED-E11B-C1AD-CFA2-2767EB298F67}"/>
              </a:ext>
            </a:extLst>
          </p:cNvPr>
          <p:cNvSpPr/>
          <p:nvPr/>
        </p:nvSpPr>
        <p:spPr>
          <a:xfrm>
            <a:off x="962848" y="1568756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グループ選択（WFS_M_USR_GRP_HED から検索）</a:t>
            </a:r>
            <a:endParaRPr lang="en-US" sz="1050" dirty="0"/>
          </a:p>
        </p:txBody>
      </p:sp>
      <p:sp>
        <p:nvSpPr>
          <p:cNvPr id="49" name="Shape 10">
            <a:extLst>
              <a:ext uri="{FF2B5EF4-FFF2-40B4-BE49-F238E27FC236}">
                <a16:creationId xmlns:a16="http://schemas.microsoft.com/office/drawing/2014/main" id="{A6559F38-EFFE-E38C-D4ED-9CEC85248954}"/>
              </a:ext>
            </a:extLst>
          </p:cNvPr>
          <p:cNvSpPr/>
          <p:nvPr/>
        </p:nvSpPr>
        <p:spPr>
          <a:xfrm>
            <a:off x="725104" y="1952804"/>
            <a:ext cx="182880" cy="18288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Text 11">
            <a:extLst>
              <a:ext uri="{FF2B5EF4-FFF2-40B4-BE49-F238E27FC236}">
                <a16:creationId xmlns:a16="http://schemas.microsoft.com/office/drawing/2014/main" id="{A8E11876-A6DB-DA11-CA19-1C1635CA6367}"/>
              </a:ext>
            </a:extLst>
          </p:cNvPr>
          <p:cNvSpPr/>
          <p:nvPr/>
        </p:nvSpPr>
        <p:spPr>
          <a:xfrm>
            <a:off x="962848" y="1888796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ユーザー選択（TLN_M_USER から検索）</a:t>
            </a:r>
            <a:endParaRPr lang="en-US" sz="105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4A34D0C6-BA11-17FF-45EE-360E1D9C4934}"/>
              </a:ext>
            </a:extLst>
          </p:cNvPr>
          <p:cNvSpPr/>
          <p:nvPr/>
        </p:nvSpPr>
        <p:spPr>
          <a:xfrm>
            <a:off x="725104" y="2272844"/>
            <a:ext cx="182880" cy="18288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" name="Text 13">
            <a:extLst>
              <a:ext uri="{FF2B5EF4-FFF2-40B4-BE49-F238E27FC236}">
                <a16:creationId xmlns:a16="http://schemas.microsoft.com/office/drawing/2014/main" id="{24FAB82C-1E03-1385-0D5F-F2ACC272C3CF}"/>
              </a:ext>
            </a:extLst>
          </p:cNvPr>
          <p:cNvSpPr/>
          <p:nvPr/>
        </p:nvSpPr>
        <p:spPr>
          <a:xfrm>
            <a:off x="962848" y="2208836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変更種別選択（追加 / 削除）</a:t>
            </a:r>
            <a:endParaRPr lang="en-US" sz="1050" dirty="0"/>
          </a:p>
        </p:txBody>
      </p:sp>
      <p:sp>
        <p:nvSpPr>
          <p:cNvPr id="53" name="Shape 14">
            <a:extLst>
              <a:ext uri="{FF2B5EF4-FFF2-40B4-BE49-F238E27FC236}">
                <a16:creationId xmlns:a16="http://schemas.microsoft.com/office/drawing/2014/main" id="{FB06973C-9CD5-C82F-F8D3-1A18BE215737}"/>
              </a:ext>
            </a:extLst>
          </p:cNvPr>
          <p:cNvSpPr/>
          <p:nvPr/>
        </p:nvSpPr>
        <p:spPr>
          <a:xfrm>
            <a:off x="5022784" y="1632764"/>
            <a:ext cx="182880" cy="18288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15">
            <a:extLst>
              <a:ext uri="{FF2B5EF4-FFF2-40B4-BE49-F238E27FC236}">
                <a16:creationId xmlns:a16="http://schemas.microsoft.com/office/drawing/2014/main" id="{67E7AA10-9577-4336-2B68-BE08787258F7}"/>
              </a:ext>
            </a:extLst>
          </p:cNvPr>
          <p:cNvSpPr/>
          <p:nvPr/>
        </p:nvSpPr>
        <p:spPr>
          <a:xfrm>
            <a:off x="5260528" y="1568756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有効開始日入力</a:t>
            </a:r>
            <a:endParaRPr lang="en-US" sz="1050" dirty="0"/>
          </a:p>
        </p:txBody>
      </p:sp>
      <p:sp>
        <p:nvSpPr>
          <p:cNvPr id="55" name="Shape 16">
            <a:extLst>
              <a:ext uri="{FF2B5EF4-FFF2-40B4-BE49-F238E27FC236}">
                <a16:creationId xmlns:a16="http://schemas.microsoft.com/office/drawing/2014/main" id="{7ADACB53-A98C-2185-7336-2839B7855FA8}"/>
              </a:ext>
            </a:extLst>
          </p:cNvPr>
          <p:cNvSpPr/>
          <p:nvPr/>
        </p:nvSpPr>
        <p:spPr>
          <a:xfrm>
            <a:off x="5022784" y="1952804"/>
            <a:ext cx="182880" cy="18288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6" name="Text 17">
            <a:extLst>
              <a:ext uri="{FF2B5EF4-FFF2-40B4-BE49-F238E27FC236}">
                <a16:creationId xmlns:a16="http://schemas.microsoft.com/office/drawing/2014/main" id="{BBD6F9D2-8300-4465-3BD2-7454439233EA}"/>
              </a:ext>
            </a:extLst>
          </p:cNvPr>
          <p:cNvSpPr/>
          <p:nvPr/>
        </p:nvSpPr>
        <p:spPr>
          <a:xfrm>
            <a:off x="5260528" y="1888796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確定→ WFS_CHANGE_RESERVE に INSERT</a:t>
            </a:r>
            <a:endParaRPr lang="en-US" sz="1050" dirty="0"/>
          </a:p>
        </p:txBody>
      </p:sp>
      <p:sp>
        <p:nvSpPr>
          <p:cNvPr id="57" name="Shape 18">
            <a:extLst>
              <a:ext uri="{FF2B5EF4-FFF2-40B4-BE49-F238E27FC236}">
                <a16:creationId xmlns:a16="http://schemas.microsoft.com/office/drawing/2014/main" id="{F50DB975-8CE0-033B-D3B9-363F32CBCD09}"/>
              </a:ext>
            </a:extLst>
          </p:cNvPr>
          <p:cNvSpPr/>
          <p:nvPr/>
        </p:nvSpPr>
        <p:spPr>
          <a:xfrm>
            <a:off x="560512" y="2684324"/>
            <a:ext cx="8595360" cy="1444752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8" name="Shape 19">
            <a:extLst>
              <a:ext uri="{FF2B5EF4-FFF2-40B4-BE49-F238E27FC236}">
                <a16:creationId xmlns:a16="http://schemas.microsoft.com/office/drawing/2014/main" id="{E0C506A3-629A-3E23-C4A1-A1092E6B62F0}"/>
              </a:ext>
            </a:extLst>
          </p:cNvPr>
          <p:cNvSpPr/>
          <p:nvPr/>
        </p:nvSpPr>
        <p:spPr>
          <a:xfrm>
            <a:off x="560512" y="2684324"/>
            <a:ext cx="8595360" cy="384048"/>
          </a:xfrm>
          <a:prstGeom prst="rect">
            <a:avLst/>
          </a:prstGeom>
          <a:solidFill>
            <a:srgbClr val="6D4E9E"/>
          </a:solidFill>
          <a:ln w="12700">
            <a:solidFill>
              <a:srgbClr val="6D4E9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F6EA31B7-BF40-EE2D-1F30-C15F10063DE9}"/>
              </a:ext>
            </a:extLst>
          </p:cNvPr>
          <p:cNvSpPr/>
          <p:nvPr/>
        </p:nvSpPr>
        <p:spPr>
          <a:xfrm>
            <a:off x="697672" y="271175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変更予約一覧・取消画面（新規）</a:t>
            </a:r>
            <a:endParaRPr lang="en-US" sz="1300" dirty="0"/>
          </a:p>
        </p:txBody>
      </p:sp>
      <p:sp>
        <p:nvSpPr>
          <p:cNvPr id="60" name="Shape 21">
            <a:extLst>
              <a:ext uri="{FF2B5EF4-FFF2-40B4-BE49-F238E27FC236}">
                <a16:creationId xmlns:a16="http://schemas.microsoft.com/office/drawing/2014/main" id="{C03057FE-6F3D-1506-D705-138D3F888692}"/>
              </a:ext>
            </a:extLst>
          </p:cNvPr>
          <p:cNvSpPr/>
          <p:nvPr/>
        </p:nvSpPr>
        <p:spPr>
          <a:xfrm>
            <a:off x="8040304" y="2739188"/>
            <a:ext cx="10058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" name="Text 22">
            <a:extLst>
              <a:ext uri="{FF2B5EF4-FFF2-40B4-BE49-F238E27FC236}">
                <a16:creationId xmlns:a16="http://schemas.microsoft.com/office/drawing/2014/main" id="{6946B4B6-69A0-2494-20F8-803760782CD9}"/>
              </a:ext>
            </a:extLst>
          </p:cNvPr>
          <p:cNvSpPr/>
          <p:nvPr/>
        </p:nvSpPr>
        <p:spPr>
          <a:xfrm>
            <a:off x="8040304" y="27391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4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新規構築</a:t>
            </a:r>
            <a:endParaRPr lang="en-US" sz="1000" dirty="0"/>
          </a:p>
        </p:txBody>
      </p:sp>
      <p:sp>
        <p:nvSpPr>
          <p:cNvPr id="62" name="Shape 23">
            <a:extLst>
              <a:ext uri="{FF2B5EF4-FFF2-40B4-BE49-F238E27FC236}">
                <a16:creationId xmlns:a16="http://schemas.microsoft.com/office/drawing/2014/main" id="{35A0A3D3-0A3F-F2FF-303C-F2E59008752B}"/>
              </a:ext>
            </a:extLst>
          </p:cNvPr>
          <p:cNvSpPr/>
          <p:nvPr/>
        </p:nvSpPr>
        <p:spPr>
          <a:xfrm>
            <a:off x="725104" y="3205532"/>
            <a:ext cx="182880" cy="182880"/>
          </a:xfrm>
          <a:prstGeom prst="rect">
            <a:avLst/>
          </a:prstGeom>
          <a:solidFill>
            <a:srgbClr val="6D4E9E"/>
          </a:solidFill>
          <a:ln w="12700">
            <a:solidFill>
              <a:srgbClr val="6D4E9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24">
            <a:extLst>
              <a:ext uri="{FF2B5EF4-FFF2-40B4-BE49-F238E27FC236}">
                <a16:creationId xmlns:a16="http://schemas.microsoft.com/office/drawing/2014/main" id="{3A67A795-908C-C518-5C29-D01B85DCB67D}"/>
              </a:ext>
            </a:extLst>
          </p:cNvPr>
          <p:cNvSpPr/>
          <p:nvPr/>
        </p:nvSpPr>
        <p:spPr>
          <a:xfrm>
            <a:off x="962848" y="3141524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未適用予約の一覧表示（APPLIED_FLG=0）</a:t>
            </a:r>
            <a:endParaRPr lang="en-US" sz="1050" dirty="0"/>
          </a:p>
        </p:txBody>
      </p:sp>
      <p:sp>
        <p:nvSpPr>
          <p:cNvPr id="64" name="Shape 25">
            <a:extLst>
              <a:ext uri="{FF2B5EF4-FFF2-40B4-BE49-F238E27FC236}">
                <a16:creationId xmlns:a16="http://schemas.microsoft.com/office/drawing/2014/main" id="{A867EB0A-A855-79E1-C4D1-71B0F4C34A3F}"/>
              </a:ext>
            </a:extLst>
          </p:cNvPr>
          <p:cNvSpPr/>
          <p:nvPr/>
        </p:nvSpPr>
        <p:spPr>
          <a:xfrm>
            <a:off x="725104" y="3525572"/>
            <a:ext cx="182880" cy="182880"/>
          </a:xfrm>
          <a:prstGeom prst="rect">
            <a:avLst/>
          </a:prstGeom>
          <a:solidFill>
            <a:srgbClr val="6D4E9E"/>
          </a:solidFill>
          <a:ln w="12700">
            <a:solidFill>
              <a:srgbClr val="6D4E9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5" name="Text 26">
            <a:extLst>
              <a:ext uri="{FF2B5EF4-FFF2-40B4-BE49-F238E27FC236}">
                <a16:creationId xmlns:a16="http://schemas.microsoft.com/office/drawing/2014/main" id="{86A68657-6212-18BE-3BA1-CD5ED3FBC637}"/>
              </a:ext>
            </a:extLst>
          </p:cNvPr>
          <p:cNvSpPr/>
          <p:nvPr/>
        </p:nvSpPr>
        <p:spPr>
          <a:xfrm>
            <a:off x="962848" y="3461564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有効開始日・グループ・ユーザーで絞り込み</a:t>
            </a:r>
            <a:endParaRPr lang="en-US" sz="1050" dirty="0"/>
          </a:p>
        </p:txBody>
      </p:sp>
      <p:sp>
        <p:nvSpPr>
          <p:cNvPr id="66" name="Shape 27">
            <a:extLst>
              <a:ext uri="{FF2B5EF4-FFF2-40B4-BE49-F238E27FC236}">
                <a16:creationId xmlns:a16="http://schemas.microsoft.com/office/drawing/2014/main" id="{6606D421-8440-2A21-D628-37E2544CE2B9}"/>
              </a:ext>
            </a:extLst>
          </p:cNvPr>
          <p:cNvSpPr/>
          <p:nvPr/>
        </p:nvSpPr>
        <p:spPr>
          <a:xfrm>
            <a:off x="725104" y="3845612"/>
            <a:ext cx="182880" cy="182880"/>
          </a:xfrm>
          <a:prstGeom prst="rect">
            <a:avLst/>
          </a:prstGeom>
          <a:solidFill>
            <a:srgbClr val="6D4E9E"/>
          </a:solidFill>
          <a:ln w="12700">
            <a:solidFill>
              <a:srgbClr val="6D4E9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7" name="Text 28">
            <a:extLst>
              <a:ext uri="{FF2B5EF4-FFF2-40B4-BE49-F238E27FC236}">
                <a16:creationId xmlns:a16="http://schemas.microsoft.com/office/drawing/2014/main" id="{DF34FB97-ADE0-1B64-7B74-A8CCA271F35F}"/>
              </a:ext>
            </a:extLst>
          </p:cNvPr>
          <p:cNvSpPr/>
          <p:nvPr/>
        </p:nvSpPr>
        <p:spPr>
          <a:xfrm>
            <a:off x="962848" y="3781604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有効開始日前の予約は取消ボタンを表示</a:t>
            </a:r>
            <a:endParaRPr lang="en-US" sz="1050" dirty="0"/>
          </a:p>
        </p:txBody>
      </p:sp>
      <p:sp>
        <p:nvSpPr>
          <p:cNvPr id="68" name="Shape 29">
            <a:extLst>
              <a:ext uri="{FF2B5EF4-FFF2-40B4-BE49-F238E27FC236}">
                <a16:creationId xmlns:a16="http://schemas.microsoft.com/office/drawing/2014/main" id="{9DA505F6-F7F6-53B6-845D-D24DB51AA22B}"/>
              </a:ext>
            </a:extLst>
          </p:cNvPr>
          <p:cNvSpPr/>
          <p:nvPr/>
        </p:nvSpPr>
        <p:spPr>
          <a:xfrm>
            <a:off x="5022784" y="3205532"/>
            <a:ext cx="182880" cy="182880"/>
          </a:xfrm>
          <a:prstGeom prst="rect">
            <a:avLst/>
          </a:prstGeom>
          <a:solidFill>
            <a:srgbClr val="6D4E9E"/>
          </a:solidFill>
          <a:ln w="12700">
            <a:solidFill>
              <a:srgbClr val="6D4E9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9" name="Text 30">
            <a:extLst>
              <a:ext uri="{FF2B5EF4-FFF2-40B4-BE49-F238E27FC236}">
                <a16:creationId xmlns:a16="http://schemas.microsoft.com/office/drawing/2014/main" id="{5A5CF08C-072C-DB34-9B10-EADCBF81F349}"/>
              </a:ext>
            </a:extLst>
          </p:cNvPr>
          <p:cNvSpPr/>
          <p:nvPr/>
        </p:nvSpPr>
        <p:spPr>
          <a:xfrm>
            <a:off x="5260528" y="3141524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当日以降の予約は取消ボタンを非表示（制御）</a:t>
            </a:r>
            <a:endParaRPr lang="en-US" sz="1050" dirty="0"/>
          </a:p>
        </p:txBody>
      </p:sp>
      <p:sp>
        <p:nvSpPr>
          <p:cNvPr id="70" name="Shape 31">
            <a:extLst>
              <a:ext uri="{FF2B5EF4-FFF2-40B4-BE49-F238E27FC236}">
                <a16:creationId xmlns:a16="http://schemas.microsoft.com/office/drawing/2014/main" id="{7C367785-5545-D45E-BFAB-661001320351}"/>
              </a:ext>
            </a:extLst>
          </p:cNvPr>
          <p:cNvSpPr/>
          <p:nvPr/>
        </p:nvSpPr>
        <p:spPr>
          <a:xfrm>
            <a:off x="5022784" y="3525572"/>
            <a:ext cx="182880" cy="182880"/>
          </a:xfrm>
          <a:prstGeom prst="rect">
            <a:avLst/>
          </a:prstGeom>
          <a:solidFill>
            <a:srgbClr val="6D4E9E"/>
          </a:solidFill>
          <a:ln w="12700">
            <a:solidFill>
              <a:srgbClr val="6D4E9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1" name="Text 32">
            <a:extLst>
              <a:ext uri="{FF2B5EF4-FFF2-40B4-BE49-F238E27FC236}">
                <a16:creationId xmlns:a16="http://schemas.microsoft.com/office/drawing/2014/main" id="{1417920D-80F7-757E-7BB6-80C209970C44}"/>
              </a:ext>
            </a:extLst>
          </p:cNvPr>
          <p:cNvSpPr/>
          <p:nvPr/>
        </p:nvSpPr>
        <p:spPr>
          <a:xfrm>
            <a:off x="5260528" y="3461564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適用済・取消済の履歴も参照可能</a:t>
            </a:r>
            <a:endParaRPr lang="en-US" sz="1050" dirty="0"/>
          </a:p>
        </p:txBody>
      </p:sp>
      <p:sp>
        <p:nvSpPr>
          <p:cNvPr id="72" name="Shape 33">
            <a:extLst>
              <a:ext uri="{FF2B5EF4-FFF2-40B4-BE49-F238E27FC236}">
                <a16:creationId xmlns:a16="http://schemas.microsoft.com/office/drawing/2014/main" id="{0355B712-3165-05F3-A3DC-8F45CA22356E}"/>
              </a:ext>
            </a:extLst>
          </p:cNvPr>
          <p:cNvSpPr/>
          <p:nvPr/>
        </p:nvSpPr>
        <p:spPr>
          <a:xfrm>
            <a:off x="560512" y="4257092"/>
            <a:ext cx="8595360" cy="1444752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3" name="Shape 34">
            <a:extLst>
              <a:ext uri="{FF2B5EF4-FFF2-40B4-BE49-F238E27FC236}">
                <a16:creationId xmlns:a16="http://schemas.microsoft.com/office/drawing/2014/main" id="{0C125F80-B8E0-63B5-AEEA-0F162C1D8058}"/>
              </a:ext>
            </a:extLst>
          </p:cNvPr>
          <p:cNvSpPr/>
          <p:nvPr/>
        </p:nvSpPr>
        <p:spPr>
          <a:xfrm>
            <a:off x="560512" y="4257092"/>
            <a:ext cx="8595360" cy="384048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4" name="Text 35">
            <a:extLst>
              <a:ext uri="{FF2B5EF4-FFF2-40B4-BE49-F238E27FC236}">
                <a16:creationId xmlns:a16="http://schemas.microsoft.com/office/drawing/2014/main" id="{8C396BF6-CA01-4B53-E3B2-E2E22ACE6398}"/>
              </a:ext>
            </a:extLst>
          </p:cNvPr>
          <p:cNvSpPr/>
          <p:nvPr/>
        </p:nvSpPr>
        <p:spPr>
          <a:xfrm>
            <a:off x="697672" y="428452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ユーザーグループ照会画面（既存改良）</a:t>
            </a:r>
            <a:endParaRPr lang="en-US" sz="1300" dirty="0"/>
          </a:p>
        </p:txBody>
      </p:sp>
      <p:sp>
        <p:nvSpPr>
          <p:cNvPr id="75" name="Shape 36">
            <a:extLst>
              <a:ext uri="{FF2B5EF4-FFF2-40B4-BE49-F238E27FC236}">
                <a16:creationId xmlns:a16="http://schemas.microsoft.com/office/drawing/2014/main" id="{F7AD52BE-ED42-291F-1BFB-1EB9E6C3E91E}"/>
              </a:ext>
            </a:extLst>
          </p:cNvPr>
          <p:cNvSpPr/>
          <p:nvPr/>
        </p:nvSpPr>
        <p:spPr>
          <a:xfrm>
            <a:off x="8040304" y="4311956"/>
            <a:ext cx="10058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6" name="Text 37">
            <a:extLst>
              <a:ext uri="{FF2B5EF4-FFF2-40B4-BE49-F238E27FC236}">
                <a16:creationId xmlns:a16="http://schemas.microsoft.com/office/drawing/2014/main" id="{B3E5084E-56B6-0530-3171-6498CC55451F}"/>
              </a:ext>
            </a:extLst>
          </p:cNvPr>
          <p:cNvSpPr/>
          <p:nvPr/>
        </p:nvSpPr>
        <p:spPr>
          <a:xfrm>
            <a:off x="8040304" y="43119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3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既存改良</a:t>
            </a:r>
            <a:endParaRPr lang="en-US" sz="1000" dirty="0"/>
          </a:p>
        </p:txBody>
      </p:sp>
      <p:sp>
        <p:nvSpPr>
          <p:cNvPr id="77" name="Shape 38">
            <a:extLst>
              <a:ext uri="{FF2B5EF4-FFF2-40B4-BE49-F238E27FC236}">
                <a16:creationId xmlns:a16="http://schemas.microsoft.com/office/drawing/2014/main" id="{45FAA58A-B005-9BEB-01F5-A6B60E012A57}"/>
              </a:ext>
            </a:extLst>
          </p:cNvPr>
          <p:cNvSpPr/>
          <p:nvPr/>
        </p:nvSpPr>
        <p:spPr>
          <a:xfrm>
            <a:off x="725104" y="4778300"/>
            <a:ext cx="182880" cy="182880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8" name="Text 39">
            <a:extLst>
              <a:ext uri="{FF2B5EF4-FFF2-40B4-BE49-F238E27FC236}">
                <a16:creationId xmlns:a16="http://schemas.microsoft.com/office/drawing/2014/main" id="{0DE326D7-0A97-A54A-4B30-D53066F2031B}"/>
              </a:ext>
            </a:extLst>
          </p:cNvPr>
          <p:cNvSpPr/>
          <p:nvPr/>
        </p:nvSpPr>
        <p:spPr>
          <a:xfrm>
            <a:off x="962848" y="471429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ユーザーIDで検索 → 所属グループ一覧を表示</a:t>
            </a:r>
            <a:endParaRPr lang="en-US" sz="1050" dirty="0"/>
          </a:p>
        </p:txBody>
      </p:sp>
      <p:sp>
        <p:nvSpPr>
          <p:cNvPr id="79" name="Shape 40">
            <a:extLst>
              <a:ext uri="{FF2B5EF4-FFF2-40B4-BE49-F238E27FC236}">
                <a16:creationId xmlns:a16="http://schemas.microsoft.com/office/drawing/2014/main" id="{DCEDECAA-7F4B-4A3F-0025-FDD6C12F6C05}"/>
              </a:ext>
            </a:extLst>
          </p:cNvPr>
          <p:cNvSpPr/>
          <p:nvPr/>
        </p:nvSpPr>
        <p:spPr>
          <a:xfrm>
            <a:off x="725104" y="5098340"/>
            <a:ext cx="182880" cy="182880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0" name="Text 41">
            <a:extLst>
              <a:ext uri="{FF2B5EF4-FFF2-40B4-BE49-F238E27FC236}">
                <a16:creationId xmlns:a16="http://schemas.microsoft.com/office/drawing/2014/main" id="{B05EB518-6B20-B300-AA4F-A43F76B40C2E}"/>
              </a:ext>
            </a:extLst>
          </p:cNvPr>
          <p:cNvSpPr/>
          <p:nvPr/>
        </p:nvSpPr>
        <p:spPr>
          <a:xfrm>
            <a:off x="962848" y="503433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DEPDTL を USER_ID で引く（読み取り専用）</a:t>
            </a:r>
            <a:endParaRPr lang="en-US" sz="1050" dirty="0"/>
          </a:p>
        </p:txBody>
      </p:sp>
      <p:sp>
        <p:nvSpPr>
          <p:cNvPr id="81" name="Shape 42">
            <a:extLst>
              <a:ext uri="{FF2B5EF4-FFF2-40B4-BE49-F238E27FC236}">
                <a16:creationId xmlns:a16="http://schemas.microsoft.com/office/drawing/2014/main" id="{98BCA188-B6D8-E2C0-B263-0FBEAA06E9FB}"/>
              </a:ext>
            </a:extLst>
          </p:cNvPr>
          <p:cNvSpPr/>
          <p:nvPr/>
        </p:nvSpPr>
        <p:spPr>
          <a:xfrm>
            <a:off x="5022784" y="4778300"/>
            <a:ext cx="182880" cy="182880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2" name="Text 43">
            <a:extLst>
              <a:ext uri="{FF2B5EF4-FFF2-40B4-BE49-F238E27FC236}">
                <a16:creationId xmlns:a16="http://schemas.microsoft.com/office/drawing/2014/main" id="{30ADCAC6-70B0-46F7-767E-9CE20627CDF5}"/>
              </a:ext>
            </a:extLst>
          </p:cNvPr>
          <p:cNvSpPr/>
          <p:nvPr/>
        </p:nvSpPr>
        <p:spPr>
          <a:xfrm>
            <a:off x="5260528" y="471429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現在有効な所属グループのみ表示</a:t>
            </a:r>
            <a:endParaRPr lang="en-US" sz="1050" dirty="0"/>
          </a:p>
        </p:txBody>
      </p:sp>
      <p:sp>
        <p:nvSpPr>
          <p:cNvPr id="83" name="Shape 44">
            <a:extLst>
              <a:ext uri="{FF2B5EF4-FFF2-40B4-BE49-F238E27FC236}">
                <a16:creationId xmlns:a16="http://schemas.microsoft.com/office/drawing/2014/main" id="{3228B752-2715-4B28-9E79-4404874DEFEB}"/>
              </a:ext>
            </a:extLst>
          </p:cNvPr>
          <p:cNvSpPr/>
          <p:nvPr/>
        </p:nvSpPr>
        <p:spPr>
          <a:xfrm>
            <a:off x="5022784" y="5098340"/>
            <a:ext cx="182880" cy="182880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4" name="Text 45">
            <a:extLst>
              <a:ext uri="{FF2B5EF4-FFF2-40B4-BE49-F238E27FC236}">
                <a16:creationId xmlns:a16="http://schemas.microsoft.com/office/drawing/2014/main" id="{39BE5D86-F1B1-6686-E039-0D86378DE46A}"/>
              </a:ext>
            </a:extLst>
          </p:cNvPr>
          <p:cNvSpPr/>
          <p:nvPr/>
        </p:nvSpPr>
        <p:spPr>
          <a:xfrm>
            <a:off x="5260528" y="503433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未来の予約状況は予約一覧画面で確認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4224202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デザインの設定">
  <a:themeElements>
    <a:clrScheme name="technopro">
      <a:dk1>
        <a:srgbClr val="000000"/>
      </a:dk1>
      <a:lt1>
        <a:sysClr val="window" lastClr="FFFFFF"/>
      </a:lt1>
      <a:dk2>
        <a:srgbClr val="00AEBD"/>
      </a:dk2>
      <a:lt2>
        <a:srgbClr val="EBEAE8"/>
      </a:lt2>
      <a:accent1>
        <a:srgbClr val="B6DAE5"/>
      </a:accent1>
      <a:accent2>
        <a:srgbClr val="FBCC95"/>
      </a:accent2>
      <a:accent3>
        <a:srgbClr val="C5E8BF"/>
      </a:accent3>
      <a:accent4>
        <a:srgbClr val="EDBBD4"/>
      </a:accent4>
      <a:accent5>
        <a:srgbClr val="008096"/>
      </a:accent5>
      <a:accent6>
        <a:srgbClr val="EA8712"/>
      </a:accent6>
      <a:hlink>
        <a:srgbClr val="008096"/>
      </a:hlink>
      <a:folHlink>
        <a:srgbClr val="EA8712"/>
      </a:folHlink>
    </a:clrScheme>
    <a:fontScheme name="TechnoPro">
      <a:majorFont>
        <a:latin typeface="Verdana"/>
        <a:ea typeface="メイリオ"/>
        <a:cs typeface=""/>
      </a:majorFont>
      <a:minorFont>
        <a:latin typeface="Verdana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デザインの設定">
  <a:themeElements>
    <a:clrScheme name="technopro">
      <a:dk1>
        <a:srgbClr val="000000"/>
      </a:dk1>
      <a:lt1>
        <a:sysClr val="window" lastClr="FFFFFF"/>
      </a:lt1>
      <a:dk2>
        <a:srgbClr val="00AEBD"/>
      </a:dk2>
      <a:lt2>
        <a:srgbClr val="EBEAE8"/>
      </a:lt2>
      <a:accent1>
        <a:srgbClr val="B6DAE5"/>
      </a:accent1>
      <a:accent2>
        <a:srgbClr val="FBCC95"/>
      </a:accent2>
      <a:accent3>
        <a:srgbClr val="C5E8BF"/>
      </a:accent3>
      <a:accent4>
        <a:srgbClr val="EDBBD4"/>
      </a:accent4>
      <a:accent5>
        <a:srgbClr val="008096"/>
      </a:accent5>
      <a:accent6>
        <a:srgbClr val="EA8712"/>
      </a:accent6>
      <a:hlink>
        <a:srgbClr val="008096"/>
      </a:hlink>
      <a:folHlink>
        <a:srgbClr val="EA8712"/>
      </a:folHlink>
    </a:clrScheme>
    <a:fontScheme name="TechnoPro">
      <a:majorFont>
        <a:latin typeface="Verdana"/>
        <a:ea typeface="メイリオ"/>
        <a:cs typeface=""/>
      </a:majorFont>
      <a:minorFont>
        <a:latin typeface="Verdana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2350</TotalTime>
  <Words>536</Words>
  <Application>Microsoft Office PowerPoint</Application>
  <PresentationFormat>A4 210 x 297 mm</PresentationFormat>
  <Paragraphs>137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9</vt:i4>
      </vt:variant>
    </vt:vector>
  </HeadingPairs>
  <TitlesOfParts>
    <vt:vector size="16" baseType="lpstr">
      <vt:lpstr>Arial</vt:lpstr>
      <vt:lpstr>Arial Black</vt:lpstr>
      <vt:lpstr>Calibri</vt:lpstr>
      <vt:lpstr>Consolas</vt:lpstr>
      <vt:lpstr>Verdana</vt:lpstr>
      <vt:lpstr>デザインの設定</vt:lpstr>
      <vt:lpstr>1_デザインの設定</vt:lpstr>
      <vt:lpstr>TALON × WFSシステムメンテ</vt:lpstr>
      <vt:lpstr>PowerPoint プレゼンテーション</vt:lpstr>
      <vt:lpstr>PowerPoint プレゼンテーション</vt:lpstr>
      <vt:lpstr>WFSのメンテナンスの複雑性</vt:lpstr>
      <vt:lpstr>運用フロー全体像</vt:lpstr>
      <vt:lpstr>APPLIED_FLG 状態遷移と操作制御</vt:lpstr>
      <vt:lpstr>テーブル関連図</vt:lpstr>
      <vt:lpstr>必要な画面構成</vt:lpstr>
      <vt:lpstr>PowerPoint プレゼンテーション</vt:lpstr>
    </vt:vector>
  </TitlesOfParts>
  <Company>(株)博報堂ＤＹホールディングス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(株)博報堂ＤＹホールディングス</dc:creator>
  <cp:lastModifiedBy>知行 堀之内</cp:lastModifiedBy>
  <cp:revision>107</cp:revision>
  <dcterms:created xsi:type="dcterms:W3CDTF">2013-06-26T05:34:41Z</dcterms:created>
  <dcterms:modified xsi:type="dcterms:W3CDTF">2026-03-15T05:47:27Z</dcterms:modified>
</cp:coreProperties>
</file>