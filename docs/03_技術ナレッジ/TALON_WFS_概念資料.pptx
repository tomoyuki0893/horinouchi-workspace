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1"/>
    <p:sldMasterId id="2147483698" r:id="rId2"/>
  </p:sldMasterIdLst>
  <p:notesMasterIdLst>
    <p:notesMasterId r:id="rId13"/>
  </p:notesMasterIdLst>
  <p:handoutMasterIdLst>
    <p:handoutMasterId r:id="rId14"/>
  </p:handoutMasterIdLst>
  <p:sldIdLst>
    <p:sldId id="256" r:id="rId3"/>
    <p:sldId id="267" r:id="rId4"/>
    <p:sldId id="265" r:id="rId5"/>
    <p:sldId id="268" r:id="rId6"/>
    <p:sldId id="269" r:id="rId7"/>
    <p:sldId id="270" r:id="rId8"/>
    <p:sldId id="271" r:id="rId9"/>
    <p:sldId id="272" r:id="rId10"/>
    <p:sldId id="273" r:id="rId11"/>
    <p:sldId id="261" r:id="rId12"/>
  </p:sldIdLst>
  <p:sldSz cx="9906000" cy="6858000" type="A4"/>
  <p:notesSz cx="6735763" cy="98663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64">
          <p15:clr>
            <a:srgbClr val="A4A3A4"/>
          </p15:clr>
        </p15:guide>
        <p15:guide id="2" pos="572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7">
          <p15:clr>
            <a:srgbClr val="A4A3A4"/>
          </p15:clr>
        </p15:guide>
        <p15:guide id="2" pos="212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9E"/>
    <a:srgbClr val="EA87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FFF185-F93E-4B92-933E-C6899BEE2A85}" v="26" dt="2026-03-17T09:45:00.6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645" autoAdjust="0"/>
  </p:normalViewPr>
  <p:slideViewPr>
    <p:cSldViewPr showGuides="1">
      <p:cViewPr varScale="1">
        <p:scale>
          <a:sx n="144" d="100"/>
          <a:sy n="144" d="100"/>
        </p:scale>
        <p:origin x="1932" y="312"/>
      </p:cViewPr>
      <p:guideLst>
        <p:guide orient="horz" pos="2364"/>
        <p:guide pos="57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80" d="100"/>
          <a:sy n="80" d="100"/>
        </p:scale>
        <p:origin x="4032" y="108"/>
      </p:cViewPr>
      <p:guideLst>
        <p:guide orient="horz" pos="3107"/>
        <p:guide pos="2121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知行 堀之内" userId="41da204072d300d1" providerId="LiveId" clId="{ADBB2189-1EA4-47DD-9AD3-EF0460DC23B5}"/>
    <pc:docChg chg="undo custSel addSld delSld modSld">
      <pc:chgData name="知行 堀之内" userId="41da204072d300d1" providerId="LiveId" clId="{ADBB2189-1EA4-47DD-9AD3-EF0460DC23B5}" dt="2026-03-17T09:46:04.319" v="411" actId="47"/>
      <pc:docMkLst>
        <pc:docMk/>
      </pc:docMkLst>
      <pc:sldChg chg="addSp delSp modSp mod">
        <pc:chgData name="知行 堀之内" userId="41da204072d300d1" providerId="LiveId" clId="{ADBB2189-1EA4-47DD-9AD3-EF0460DC23B5}" dt="2026-03-17T09:38:20.280" v="287" actId="20577"/>
        <pc:sldMkLst>
          <pc:docMk/>
          <pc:sldMk cId="0" sldId="256"/>
        </pc:sldMkLst>
        <pc:spChg chg="mod">
          <ac:chgData name="知行 堀之内" userId="41da204072d300d1" providerId="LiveId" clId="{ADBB2189-1EA4-47DD-9AD3-EF0460DC23B5}" dt="2026-03-17T09:37:49.429" v="266"/>
          <ac:spMkLst>
            <pc:docMk/>
            <pc:sldMk cId="0" sldId="256"/>
            <ac:spMk id="2" creationId="{00000000-0000-0000-0000-000000000000}"/>
          </ac:spMkLst>
        </pc:spChg>
        <pc:spChg chg="add del mod">
          <ac:chgData name="知行 堀之内" userId="41da204072d300d1" providerId="LiveId" clId="{ADBB2189-1EA4-47DD-9AD3-EF0460DC23B5}" dt="2026-03-17T09:38:11.640" v="270" actId="207"/>
          <ac:spMkLst>
            <pc:docMk/>
            <pc:sldMk cId="0" sldId="256"/>
            <ac:spMk id="3" creationId="{00000000-0000-0000-0000-000000000000}"/>
          </ac:spMkLst>
        </pc:spChg>
        <pc:spChg chg="mod">
          <ac:chgData name="知行 堀之内" userId="41da204072d300d1" providerId="LiveId" clId="{ADBB2189-1EA4-47DD-9AD3-EF0460DC23B5}" dt="2026-03-17T09:38:20.280" v="287" actId="20577"/>
          <ac:spMkLst>
            <pc:docMk/>
            <pc:sldMk cId="0" sldId="256"/>
            <ac:spMk id="4" creationId="{00000000-0000-0000-0000-000000000000}"/>
          </ac:spMkLst>
        </pc:spChg>
      </pc:sldChg>
      <pc:sldChg chg="del">
        <pc:chgData name="知行 堀之内" userId="41da204072d300d1" providerId="LiveId" clId="{ADBB2189-1EA4-47DD-9AD3-EF0460DC23B5}" dt="2026-03-17T09:38:23.679" v="288" actId="47"/>
        <pc:sldMkLst>
          <pc:docMk/>
          <pc:sldMk cId="0" sldId="257"/>
        </pc:sldMkLst>
      </pc:sldChg>
      <pc:sldChg chg="del">
        <pc:chgData name="知行 堀之内" userId="41da204072d300d1" providerId="LiveId" clId="{ADBB2189-1EA4-47DD-9AD3-EF0460DC23B5}" dt="2026-03-17T09:38:23.679" v="288" actId="47"/>
        <pc:sldMkLst>
          <pc:docMk/>
          <pc:sldMk cId="0" sldId="258"/>
        </pc:sldMkLst>
      </pc:sldChg>
      <pc:sldChg chg="addSp delSp modSp mod">
        <pc:chgData name="知行 堀之内" userId="41da204072d300d1" providerId="LiveId" clId="{ADBB2189-1EA4-47DD-9AD3-EF0460DC23B5}" dt="2026-03-17T09:39:27.020" v="310" actId="207"/>
        <pc:sldMkLst>
          <pc:docMk/>
          <pc:sldMk cId="0" sldId="265"/>
        </pc:sldMkLst>
        <pc:spChg chg="mod">
          <ac:chgData name="知行 堀之内" userId="41da204072d300d1" providerId="LiveId" clId="{ADBB2189-1EA4-47DD-9AD3-EF0460DC23B5}" dt="2026-03-17T09:38:51.146" v="302" actId="207"/>
          <ac:spMkLst>
            <pc:docMk/>
            <pc:sldMk cId="0" sldId="265"/>
            <ac:spMk id="6" creationId="{00000000-0000-0000-0000-000000000000}"/>
          </ac:spMkLst>
        </pc:spChg>
        <pc:spChg chg="del">
          <ac:chgData name="知行 堀之内" userId="41da204072d300d1" providerId="LiveId" clId="{ADBB2189-1EA4-47DD-9AD3-EF0460DC23B5}" dt="2026-03-17T09:38:41.738" v="300" actId="478"/>
          <ac:spMkLst>
            <pc:docMk/>
            <pc:sldMk cId="0" sldId="265"/>
            <ac:spMk id="10" creationId="{EAFAA542-ACC6-E6F2-5231-C909E43D3205}"/>
          </ac:spMkLst>
        </pc:spChg>
        <pc:spChg chg="del">
          <ac:chgData name="知行 堀之内" userId="41da204072d300d1" providerId="LiveId" clId="{ADBB2189-1EA4-47DD-9AD3-EF0460DC23B5}" dt="2026-03-17T09:38:41.738" v="300" actId="478"/>
          <ac:spMkLst>
            <pc:docMk/>
            <pc:sldMk cId="0" sldId="265"/>
            <ac:spMk id="23" creationId="{EE9AB0B2-BD69-DFEC-D4AC-BCC7BCDDCC0E}"/>
          </ac:spMkLst>
        </pc:spChg>
        <pc:spChg chg="del">
          <ac:chgData name="知行 堀之内" userId="41da204072d300d1" providerId="LiveId" clId="{ADBB2189-1EA4-47DD-9AD3-EF0460DC23B5}" dt="2026-03-17T09:38:41.738" v="300" actId="478"/>
          <ac:spMkLst>
            <pc:docMk/>
            <pc:sldMk cId="0" sldId="265"/>
            <ac:spMk id="28" creationId="{81094AC4-F607-8D54-A835-2229C941942F}"/>
          </ac:spMkLst>
        </pc:spChg>
        <pc:spChg chg="del">
          <ac:chgData name="知行 堀之内" userId="41da204072d300d1" providerId="LiveId" clId="{ADBB2189-1EA4-47DD-9AD3-EF0460DC23B5}" dt="2026-03-17T09:38:41.738" v="300" actId="478"/>
          <ac:spMkLst>
            <pc:docMk/>
            <pc:sldMk cId="0" sldId="265"/>
            <ac:spMk id="29" creationId="{6E0D9FE0-D256-9734-0EC5-0ECBC365FA9D}"/>
          </ac:spMkLst>
        </pc:spChg>
        <pc:spChg chg="add del mod">
          <ac:chgData name="知行 堀之内" userId="41da204072d300d1" providerId="LiveId" clId="{ADBB2189-1EA4-47DD-9AD3-EF0460DC23B5}" dt="2026-03-17T09:38:41.738" v="300" actId="478"/>
          <ac:spMkLst>
            <pc:docMk/>
            <pc:sldMk cId="0" sldId="265"/>
            <ac:spMk id="35" creationId="{1D37DBF3-E983-4501-59D6-67C26350A436}"/>
          </ac:spMkLst>
        </pc:spChg>
        <pc:spChg chg="del">
          <ac:chgData name="知行 堀之内" userId="41da204072d300d1" providerId="LiveId" clId="{ADBB2189-1EA4-47DD-9AD3-EF0460DC23B5}" dt="2026-03-17T09:38:41.738" v="300" actId="478"/>
          <ac:spMkLst>
            <pc:docMk/>
            <pc:sldMk cId="0" sldId="265"/>
            <ac:spMk id="48" creationId="{1D601F05-C268-7B5D-8AF0-57A9188FCE11}"/>
          </ac:spMkLst>
        </pc:spChg>
        <pc:spChg chg="del">
          <ac:chgData name="知行 堀之内" userId="41da204072d300d1" providerId="LiveId" clId="{ADBB2189-1EA4-47DD-9AD3-EF0460DC23B5}" dt="2026-03-17T09:38:41.738" v="300" actId="478"/>
          <ac:spMkLst>
            <pc:docMk/>
            <pc:sldMk cId="0" sldId="265"/>
            <ac:spMk id="53" creationId="{71F2EEE8-BE15-B9E7-9EA4-4A56F39D73D0}"/>
          </ac:spMkLst>
        </pc:spChg>
        <pc:spChg chg="del">
          <ac:chgData name="知行 堀之内" userId="41da204072d300d1" providerId="LiveId" clId="{ADBB2189-1EA4-47DD-9AD3-EF0460DC23B5}" dt="2026-03-17T09:38:41.738" v="300" actId="478"/>
          <ac:spMkLst>
            <pc:docMk/>
            <pc:sldMk cId="0" sldId="265"/>
            <ac:spMk id="54" creationId="{6A248C21-4747-FC24-3580-97F4F037509E}"/>
          </ac:spMkLst>
        </pc:spChg>
        <pc:spChg chg="del">
          <ac:chgData name="知行 堀之内" userId="41da204072d300d1" providerId="LiveId" clId="{ADBB2189-1EA4-47DD-9AD3-EF0460DC23B5}" dt="2026-03-17T09:38:41.738" v="300" actId="478"/>
          <ac:spMkLst>
            <pc:docMk/>
            <pc:sldMk cId="0" sldId="265"/>
            <ac:spMk id="61" creationId="{EFEA9E73-3A19-EFE9-AE57-F4C98CABECC9}"/>
          </ac:spMkLst>
        </pc:spChg>
        <pc:spChg chg="add del mod">
          <ac:chgData name="知行 堀之内" userId="41da204072d300d1" providerId="LiveId" clId="{ADBB2189-1EA4-47DD-9AD3-EF0460DC23B5}" dt="2026-03-17T09:38:41.738" v="300" actId="478"/>
          <ac:spMkLst>
            <pc:docMk/>
            <pc:sldMk cId="0" sldId="265"/>
            <ac:spMk id="64" creationId="{F623A355-87B3-A88A-4F18-675D9D9B2F51}"/>
          </ac:spMkLst>
        </pc:spChg>
        <pc:spChg chg="add mod">
          <ac:chgData name="知行 堀之内" userId="41da204072d300d1" providerId="LiveId" clId="{ADBB2189-1EA4-47DD-9AD3-EF0460DC23B5}" dt="2026-03-17T09:38:58.863" v="303"/>
          <ac:spMkLst>
            <pc:docMk/>
            <pc:sldMk cId="0" sldId="265"/>
            <ac:spMk id="67" creationId="{84887585-FD17-D4B0-F136-AB75FDD8A6C6}"/>
          </ac:spMkLst>
        </pc:spChg>
        <pc:spChg chg="mod">
          <ac:chgData name="知行 堀之内" userId="41da204072d300d1" providerId="LiveId" clId="{ADBB2189-1EA4-47DD-9AD3-EF0460DC23B5}" dt="2026-03-17T09:39:27.020" v="310" actId="207"/>
          <ac:spMkLst>
            <pc:docMk/>
            <pc:sldMk cId="0" sldId="265"/>
            <ac:spMk id="68" creationId="{749BA39E-AF5A-F7A0-5763-B838DE6E5392}"/>
          </ac:spMkLst>
        </pc:spChg>
        <pc:spChg chg="add mod">
          <ac:chgData name="知行 堀之内" userId="41da204072d300d1" providerId="LiveId" clId="{ADBB2189-1EA4-47DD-9AD3-EF0460DC23B5}" dt="2026-03-17T09:38:58.863" v="303"/>
          <ac:spMkLst>
            <pc:docMk/>
            <pc:sldMk cId="0" sldId="265"/>
            <ac:spMk id="69" creationId="{FE6857F0-15C1-0F87-5E81-796B10357661}"/>
          </ac:spMkLst>
        </pc:spChg>
        <pc:spChg chg="add mod">
          <ac:chgData name="知行 堀之内" userId="41da204072d300d1" providerId="LiveId" clId="{ADBB2189-1EA4-47DD-9AD3-EF0460DC23B5}" dt="2026-03-17T09:38:58.863" v="303"/>
          <ac:spMkLst>
            <pc:docMk/>
            <pc:sldMk cId="0" sldId="265"/>
            <ac:spMk id="70" creationId="{1BCF66BF-6F6F-CA91-A64C-14E1A81FCA8E}"/>
          </ac:spMkLst>
        </pc:spChg>
        <pc:spChg chg="add mod">
          <ac:chgData name="知行 堀之内" userId="41da204072d300d1" providerId="LiveId" clId="{ADBB2189-1EA4-47DD-9AD3-EF0460DC23B5}" dt="2026-03-17T09:38:58.863" v="303"/>
          <ac:spMkLst>
            <pc:docMk/>
            <pc:sldMk cId="0" sldId="265"/>
            <ac:spMk id="71" creationId="{EECCE973-F132-35BA-BD92-87B81294658E}"/>
          </ac:spMkLst>
        </pc:spChg>
        <pc:spChg chg="add mod">
          <ac:chgData name="知行 堀之内" userId="41da204072d300d1" providerId="LiveId" clId="{ADBB2189-1EA4-47DD-9AD3-EF0460DC23B5}" dt="2026-03-17T09:38:58.863" v="303"/>
          <ac:spMkLst>
            <pc:docMk/>
            <pc:sldMk cId="0" sldId="265"/>
            <ac:spMk id="72" creationId="{87F416E9-BB31-1CC2-27FA-4933B242F7A5}"/>
          </ac:spMkLst>
        </pc:spChg>
        <pc:spChg chg="add mod">
          <ac:chgData name="知行 堀之内" userId="41da204072d300d1" providerId="LiveId" clId="{ADBB2189-1EA4-47DD-9AD3-EF0460DC23B5}" dt="2026-03-17T09:38:58.863" v="303"/>
          <ac:spMkLst>
            <pc:docMk/>
            <pc:sldMk cId="0" sldId="265"/>
            <ac:spMk id="77" creationId="{3E315628-6C7B-3A9E-55CF-6E134B7FE3B6}"/>
          </ac:spMkLst>
        </pc:spChg>
        <pc:spChg chg="add mod">
          <ac:chgData name="知行 堀之内" userId="41da204072d300d1" providerId="LiveId" clId="{ADBB2189-1EA4-47DD-9AD3-EF0460DC23B5}" dt="2026-03-17T09:38:58.863" v="303"/>
          <ac:spMkLst>
            <pc:docMk/>
            <pc:sldMk cId="0" sldId="265"/>
            <ac:spMk id="78" creationId="{A76CD7F4-0840-B0A8-FD04-AAE359488E6E}"/>
          </ac:spMkLst>
        </pc:spChg>
        <pc:spChg chg="add mod">
          <ac:chgData name="知行 堀之内" userId="41da204072d300d1" providerId="LiveId" clId="{ADBB2189-1EA4-47DD-9AD3-EF0460DC23B5}" dt="2026-03-17T09:38:58.863" v="303"/>
          <ac:spMkLst>
            <pc:docMk/>
            <pc:sldMk cId="0" sldId="265"/>
            <ac:spMk id="79" creationId="{071E4AA9-494E-96EB-180F-46BAB37E0633}"/>
          </ac:spMkLst>
        </pc:spChg>
        <pc:spChg chg="add mod">
          <ac:chgData name="知行 堀之内" userId="41da204072d300d1" providerId="LiveId" clId="{ADBB2189-1EA4-47DD-9AD3-EF0460DC23B5}" dt="2026-03-17T09:38:58.863" v="303"/>
          <ac:spMkLst>
            <pc:docMk/>
            <pc:sldMk cId="0" sldId="265"/>
            <ac:spMk id="81" creationId="{3FC13914-7E2E-8BB3-FAE5-EDD1C570095D}"/>
          </ac:spMkLst>
        </pc:spChg>
        <pc:spChg chg="add mod">
          <ac:chgData name="知行 堀之内" userId="41da204072d300d1" providerId="LiveId" clId="{ADBB2189-1EA4-47DD-9AD3-EF0460DC23B5}" dt="2026-03-17T09:38:58.863" v="303"/>
          <ac:spMkLst>
            <pc:docMk/>
            <pc:sldMk cId="0" sldId="265"/>
            <ac:spMk id="82" creationId="{EB1CCF54-C72D-3363-C619-9D0CB214E7DA}"/>
          </ac:spMkLst>
        </pc:spChg>
        <pc:spChg chg="mod">
          <ac:chgData name="知行 堀之内" userId="41da204072d300d1" providerId="LiveId" clId="{ADBB2189-1EA4-47DD-9AD3-EF0460DC23B5}" dt="2026-03-17T09:39:05.227" v="304" actId="20577"/>
          <ac:spMkLst>
            <pc:docMk/>
            <pc:sldMk cId="0" sldId="265"/>
            <ac:spMk id="85" creationId="{7D9C51DB-E1AF-C4D0-72BE-C5C8AEAF10B2}"/>
          </ac:spMkLst>
        </pc:spChg>
      </pc:sldChg>
      <pc:sldChg chg="addSp delSp modSp mod">
        <pc:chgData name="知行 堀之内" userId="41da204072d300d1" providerId="LiveId" clId="{ADBB2189-1EA4-47DD-9AD3-EF0460DC23B5}" dt="2026-03-17T09:38:36.879" v="299"/>
        <pc:sldMkLst>
          <pc:docMk/>
          <pc:sldMk cId="0" sldId="267"/>
        </pc:sldMkLst>
        <pc:spChg chg="del">
          <ac:chgData name="知行 堀之内" userId="41da204072d300d1" providerId="LiveId" clId="{ADBB2189-1EA4-47DD-9AD3-EF0460DC23B5}" dt="2026-03-17T09:38:31.245" v="298" actId="478"/>
          <ac:spMkLst>
            <pc:docMk/>
            <pc:sldMk cId="0" sldId="267"/>
            <ac:spMk id="3" creationId="{00000000-0000-0000-0000-000000000000}"/>
          </ac:spMkLst>
        </pc:spChg>
        <pc:spChg chg="mod">
          <ac:chgData name="知行 堀之内" userId="41da204072d300d1" providerId="LiveId" clId="{ADBB2189-1EA4-47DD-9AD3-EF0460DC23B5}" dt="2026-03-17T09:38:28.272" v="297" actId="20577"/>
          <ac:spMkLst>
            <pc:docMk/>
            <pc:sldMk cId="0" sldId="267"/>
            <ac:spMk id="6" creationId="{00000000-0000-0000-0000-000000000000}"/>
          </ac:spMkLst>
        </pc:spChg>
        <pc:spChg chg="del">
          <ac:chgData name="知行 堀之内" userId="41da204072d300d1" providerId="LiveId" clId="{ADBB2189-1EA4-47DD-9AD3-EF0460DC23B5}" dt="2026-03-17T09:38:31.245" v="298" actId="478"/>
          <ac:spMkLst>
            <pc:docMk/>
            <pc:sldMk cId="0" sldId="267"/>
            <ac:spMk id="10" creationId="{343D059C-ED8D-C274-9A17-3790BFBDAD0E}"/>
          </ac:spMkLst>
        </pc:spChg>
        <pc:spChg chg="del">
          <ac:chgData name="知行 堀之内" userId="41da204072d300d1" providerId="LiveId" clId="{ADBB2189-1EA4-47DD-9AD3-EF0460DC23B5}" dt="2026-03-17T09:38:31.245" v="298" actId="478"/>
          <ac:spMkLst>
            <pc:docMk/>
            <pc:sldMk cId="0" sldId="267"/>
            <ac:spMk id="13" creationId="{FB9C6397-3B88-498B-32BF-73BDB5F1BF84}"/>
          </ac:spMkLst>
        </pc:spChg>
        <pc:spChg chg="del">
          <ac:chgData name="知行 堀之内" userId="41da204072d300d1" providerId="LiveId" clId="{ADBB2189-1EA4-47DD-9AD3-EF0460DC23B5}" dt="2026-03-17T09:38:31.245" v="298" actId="478"/>
          <ac:spMkLst>
            <pc:docMk/>
            <pc:sldMk cId="0" sldId="267"/>
            <ac:spMk id="14" creationId="{415C4452-F974-555A-ADBB-8E3A67D26B5A}"/>
          </ac:spMkLst>
        </pc:spChg>
        <pc:spChg chg="del">
          <ac:chgData name="知行 堀之内" userId="41da204072d300d1" providerId="LiveId" clId="{ADBB2189-1EA4-47DD-9AD3-EF0460DC23B5}" dt="2026-03-17T09:38:31.245" v="298" actId="478"/>
          <ac:spMkLst>
            <pc:docMk/>
            <pc:sldMk cId="0" sldId="267"/>
            <ac:spMk id="20" creationId="{CC83D94D-A400-4946-D440-D4759C1B4D13}"/>
          </ac:spMkLst>
        </pc:spChg>
        <pc:spChg chg="add del mod">
          <ac:chgData name="知行 堀之内" userId="41da204072d300d1" providerId="LiveId" clId="{ADBB2189-1EA4-47DD-9AD3-EF0460DC23B5}" dt="2026-03-17T09:38:31.245" v="298" actId="478"/>
          <ac:spMkLst>
            <pc:docMk/>
            <pc:sldMk cId="0" sldId="267"/>
            <ac:spMk id="22" creationId="{CA534C3D-DB50-F2E5-84BA-5A8FC61378F2}"/>
          </ac:spMkLst>
        </pc:spChg>
        <pc:spChg chg="add del mod">
          <ac:chgData name="知行 堀之内" userId="41da204072d300d1" providerId="LiveId" clId="{ADBB2189-1EA4-47DD-9AD3-EF0460DC23B5}" dt="2026-03-17T09:38:31.245" v="298" actId="478"/>
          <ac:spMkLst>
            <pc:docMk/>
            <pc:sldMk cId="0" sldId="267"/>
            <ac:spMk id="26" creationId="{1E9AB565-F33F-5FBC-8C2A-0A5068E49CE1}"/>
          </ac:spMkLst>
        </pc:spChg>
        <pc:spChg chg="del">
          <ac:chgData name="知行 堀之内" userId="41da204072d300d1" providerId="LiveId" clId="{ADBB2189-1EA4-47DD-9AD3-EF0460DC23B5}" dt="2026-03-17T09:38:31.245" v="298" actId="478"/>
          <ac:spMkLst>
            <pc:docMk/>
            <pc:sldMk cId="0" sldId="267"/>
            <ac:spMk id="28" creationId="{B9757C31-209E-92CB-FCC2-19D64BA4162F}"/>
          </ac:spMkLst>
        </pc:spChg>
        <pc:spChg chg="del">
          <ac:chgData name="知行 堀之内" userId="41da204072d300d1" providerId="LiveId" clId="{ADBB2189-1EA4-47DD-9AD3-EF0460DC23B5}" dt="2026-03-17T09:38:31.245" v="298" actId="478"/>
          <ac:spMkLst>
            <pc:docMk/>
            <pc:sldMk cId="0" sldId="267"/>
            <ac:spMk id="30" creationId="{94AEDB0E-00B7-82B4-F690-094AAF31A943}"/>
          </ac:spMkLst>
        </pc:spChg>
        <pc:spChg chg="del">
          <ac:chgData name="知行 堀之内" userId="41da204072d300d1" providerId="LiveId" clId="{ADBB2189-1EA4-47DD-9AD3-EF0460DC23B5}" dt="2026-03-17T09:38:31.245" v="298" actId="478"/>
          <ac:spMkLst>
            <pc:docMk/>
            <pc:sldMk cId="0" sldId="267"/>
            <ac:spMk id="35" creationId="{48AE718D-2223-9F0A-EE20-673F2288DFED}"/>
          </ac:spMkLst>
        </pc:spChg>
        <pc:spChg chg="add mod">
          <ac:chgData name="知行 堀之内" userId="41da204072d300d1" providerId="LiveId" clId="{ADBB2189-1EA4-47DD-9AD3-EF0460DC23B5}" dt="2026-03-17T09:38:36.879" v="299"/>
          <ac:spMkLst>
            <pc:docMk/>
            <pc:sldMk cId="0" sldId="267"/>
            <ac:spMk id="40" creationId="{5073C3DD-BC20-FFD3-7F45-B7FDCF6E65EA}"/>
          </ac:spMkLst>
        </pc:spChg>
        <pc:spChg chg="add mod">
          <ac:chgData name="知行 堀之内" userId="41da204072d300d1" providerId="LiveId" clId="{ADBB2189-1EA4-47DD-9AD3-EF0460DC23B5}" dt="2026-03-17T09:38:36.879" v="299"/>
          <ac:spMkLst>
            <pc:docMk/>
            <pc:sldMk cId="0" sldId="267"/>
            <ac:spMk id="42" creationId="{6A58A6E7-77F4-1C5D-D271-A6C44B1D45D7}"/>
          </ac:spMkLst>
        </pc:spChg>
        <pc:spChg chg="add mod">
          <ac:chgData name="知行 堀之内" userId="41da204072d300d1" providerId="LiveId" clId="{ADBB2189-1EA4-47DD-9AD3-EF0460DC23B5}" dt="2026-03-17T09:38:36.879" v="299"/>
          <ac:spMkLst>
            <pc:docMk/>
            <pc:sldMk cId="0" sldId="267"/>
            <ac:spMk id="47" creationId="{2B5E4342-A775-816C-D32F-70372080A44C}"/>
          </ac:spMkLst>
        </pc:spChg>
        <pc:spChg chg="add mod">
          <ac:chgData name="知行 堀之内" userId="41da204072d300d1" providerId="LiveId" clId="{ADBB2189-1EA4-47DD-9AD3-EF0460DC23B5}" dt="2026-03-17T09:38:36.879" v="299"/>
          <ac:spMkLst>
            <pc:docMk/>
            <pc:sldMk cId="0" sldId="267"/>
            <ac:spMk id="48" creationId="{7FE1A656-046F-3BBD-BBEF-E6858C2CAF04}"/>
          </ac:spMkLst>
        </pc:spChg>
        <pc:spChg chg="add mod">
          <ac:chgData name="知行 堀之内" userId="41da204072d300d1" providerId="LiveId" clId="{ADBB2189-1EA4-47DD-9AD3-EF0460DC23B5}" dt="2026-03-17T09:38:36.879" v="299"/>
          <ac:spMkLst>
            <pc:docMk/>
            <pc:sldMk cId="0" sldId="267"/>
            <ac:spMk id="49" creationId="{50E432C7-7774-DA15-1586-1EA5D6C78351}"/>
          </ac:spMkLst>
        </pc:spChg>
        <pc:spChg chg="add mod">
          <ac:chgData name="知行 堀之内" userId="41da204072d300d1" providerId="LiveId" clId="{ADBB2189-1EA4-47DD-9AD3-EF0460DC23B5}" dt="2026-03-17T09:38:36.879" v="299"/>
          <ac:spMkLst>
            <pc:docMk/>
            <pc:sldMk cId="0" sldId="267"/>
            <ac:spMk id="51" creationId="{01C9B117-09B2-D7C8-5372-269B33F997C9}"/>
          </ac:spMkLst>
        </pc:spChg>
        <pc:spChg chg="add mod">
          <ac:chgData name="知行 堀之内" userId="41da204072d300d1" providerId="LiveId" clId="{ADBB2189-1EA4-47DD-9AD3-EF0460DC23B5}" dt="2026-03-17T09:38:36.879" v="299"/>
          <ac:spMkLst>
            <pc:docMk/>
            <pc:sldMk cId="0" sldId="267"/>
            <ac:spMk id="54" creationId="{0E09A217-4DAF-1CBC-59C9-2DB8516E2758}"/>
          </ac:spMkLst>
        </pc:spChg>
        <pc:spChg chg="add mod">
          <ac:chgData name="知行 堀之内" userId="41da204072d300d1" providerId="LiveId" clId="{ADBB2189-1EA4-47DD-9AD3-EF0460DC23B5}" dt="2026-03-17T09:38:36.879" v="299"/>
          <ac:spMkLst>
            <pc:docMk/>
            <pc:sldMk cId="0" sldId="267"/>
            <ac:spMk id="57" creationId="{B281DEDF-65D9-F56F-41C1-4883DB1E07A0}"/>
          </ac:spMkLst>
        </pc:spChg>
        <pc:spChg chg="add mod">
          <ac:chgData name="知行 堀之内" userId="41da204072d300d1" providerId="LiveId" clId="{ADBB2189-1EA4-47DD-9AD3-EF0460DC23B5}" dt="2026-03-17T09:38:36.879" v="299"/>
          <ac:spMkLst>
            <pc:docMk/>
            <pc:sldMk cId="0" sldId="267"/>
            <ac:spMk id="58" creationId="{69A8EDEA-A507-6E25-A2DF-BC6E81FFEC9E}"/>
          </ac:spMkLst>
        </pc:spChg>
        <pc:spChg chg="add mod">
          <ac:chgData name="知行 堀之内" userId="41da204072d300d1" providerId="LiveId" clId="{ADBB2189-1EA4-47DD-9AD3-EF0460DC23B5}" dt="2026-03-17T09:38:36.879" v="299"/>
          <ac:spMkLst>
            <pc:docMk/>
            <pc:sldMk cId="0" sldId="267"/>
            <ac:spMk id="63" creationId="{F9A7F947-ACE6-9296-E246-A676F5588725}"/>
          </ac:spMkLst>
        </pc:spChg>
      </pc:sldChg>
      <pc:sldChg chg="addSp delSp modSp add mod">
        <pc:chgData name="知行 堀之内" userId="41da204072d300d1" providerId="LiveId" clId="{ADBB2189-1EA4-47DD-9AD3-EF0460DC23B5}" dt="2026-03-17T09:40:03.972" v="314" actId="1076"/>
        <pc:sldMkLst>
          <pc:docMk/>
          <pc:sldMk cId="3475229927" sldId="268"/>
        </pc:sldMkLst>
        <pc:spChg chg="add mod">
          <ac:chgData name="知行 堀之内" userId="41da204072d300d1" providerId="LiveId" clId="{ADBB2189-1EA4-47DD-9AD3-EF0460DC23B5}" dt="2026-03-17T09:40:03.972" v="314" actId="1076"/>
          <ac:spMkLst>
            <pc:docMk/>
            <pc:sldMk cId="3475229927" sldId="268"/>
            <ac:spMk id="2" creationId="{C801291B-E65E-2DE2-3F6F-8C428E0E25B0}"/>
          </ac:spMkLst>
        </pc:spChg>
        <pc:spChg chg="mod">
          <ac:chgData name="知行 堀之内" userId="41da204072d300d1" providerId="LiveId" clId="{ADBB2189-1EA4-47DD-9AD3-EF0460DC23B5}" dt="2026-03-17T09:39:50.053" v="312"/>
          <ac:spMkLst>
            <pc:docMk/>
            <pc:sldMk cId="3475229927" sldId="268"/>
            <ac:spMk id="6" creationId="{503E58A4-2D6E-E205-7A83-A44A3AD5329E}"/>
          </ac:spMkLst>
        </pc:spChg>
        <pc:spChg chg="add mod">
          <ac:chgData name="知行 堀之内" userId="41da204072d300d1" providerId="LiveId" clId="{ADBB2189-1EA4-47DD-9AD3-EF0460DC23B5}" dt="2026-03-17T09:40:03.972" v="314" actId="1076"/>
          <ac:spMkLst>
            <pc:docMk/>
            <pc:sldMk cId="3475229927" sldId="268"/>
            <ac:spMk id="7" creationId="{CC7B1757-DF85-6162-E72E-D61A9AE5830C}"/>
          </ac:spMkLst>
        </pc:spChg>
        <pc:spChg chg="add mod">
          <ac:chgData name="知行 堀之内" userId="41da204072d300d1" providerId="LiveId" clId="{ADBB2189-1EA4-47DD-9AD3-EF0460DC23B5}" dt="2026-03-17T09:40:03.972" v="314" actId="1076"/>
          <ac:spMkLst>
            <pc:docMk/>
            <pc:sldMk cId="3475229927" sldId="268"/>
            <ac:spMk id="8" creationId="{DED85291-A54B-A858-8D2A-F31E8DEF8B50}"/>
          </ac:spMkLst>
        </pc:spChg>
        <pc:spChg chg="add mod">
          <ac:chgData name="知行 堀之内" userId="41da204072d300d1" providerId="LiveId" clId="{ADBB2189-1EA4-47DD-9AD3-EF0460DC23B5}" dt="2026-03-17T09:40:03.972" v="314" actId="1076"/>
          <ac:spMkLst>
            <pc:docMk/>
            <pc:sldMk cId="3475229927" sldId="268"/>
            <ac:spMk id="12" creationId="{1BA0B543-ADE8-064B-C796-B5CFA04D4FA4}"/>
          </ac:spMkLst>
        </pc:spChg>
        <pc:spChg chg="add mod">
          <ac:chgData name="知行 堀之内" userId="41da204072d300d1" providerId="LiveId" clId="{ADBB2189-1EA4-47DD-9AD3-EF0460DC23B5}" dt="2026-03-17T09:40:03.972" v="314" actId="1076"/>
          <ac:spMkLst>
            <pc:docMk/>
            <pc:sldMk cId="3475229927" sldId="268"/>
            <ac:spMk id="13" creationId="{53C93DB3-4261-1702-899A-105C931BEB44}"/>
          </ac:spMkLst>
        </pc:spChg>
        <pc:spChg chg="add mod">
          <ac:chgData name="知行 堀之内" userId="41da204072d300d1" providerId="LiveId" clId="{ADBB2189-1EA4-47DD-9AD3-EF0460DC23B5}" dt="2026-03-17T09:40:03.972" v="314" actId="1076"/>
          <ac:spMkLst>
            <pc:docMk/>
            <pc:sldMk cId="3475229927" sldId="268"/>
            <ac:spMk id="15" creationId="{04208BD0-D7A1-BBFB-ABC3-4F782713FB13}"/>
          </ac:spMkLst>
        </pc:spChg>
        <pc:spChg chg="add mod">
          <ac:chgData name="知行 堀之内" userId="41da204072d300d1" providerId="LiveId" clId="{ADBB2189-1EA4-47DD-9AD3-EF0460DC23B5}" dt="2026-03-17T09:40:03.972" v="314" actId="1076"/>
          <ac:spMkLst>
            <pc:docMk/>
            <pc:sldMk cId="3475229927" sldId="268"/>
            <ac:spMk id="17" creationId="{83B09877-1722-CD96-5EC0-F146D26008F9}"/>
          </ac:spMkLst>
        </pc:spChg>
        <pc:spChg chg="add mod">
          <ac:chgData name="知行 堀之内" userId="41da204072d300d1" providerId="LiveId" clId="{ADBB2189-1EA4-47DD-9AD3-EF0460DC23B5}" dt="2026-03-17T09:40:03.972" v="314" actId="1076"/>
          <ac:spMkLst>
            <pc:docMk/>
            <pc:sldMk cId="3475229927" sldId="268"/>
            <ac:spMk id="18" creationId="{9C1145E4-B033-72C8-38C2-4187586C595B}"/>
          </ac:spMkLst>
        </pc:spChg>
        <pc:spChg chg="add mod">
          <ac:chgData name="知行 堀之内" userId="41da204072d300d1" providerId="LiveId" clId="{ADBB2189-1EA4-47DD-9AD3-EF0460DC23B5}" dt="2026-03-17T09:40:03.972" v="314" actId="1076"/>
          <ac:spMkLst>
            <pc:docMk/>
            <pc:sldMk cId="3475229927" sldId="268"/>
            <ac:spMk id="21" creationId="{EFDE4200-9DD7-1E27-379D-B5CE50B6C719}"/>
          </ac:spMkLst>
        </pc:spChg>
        <pc:spChg chg="add mod">
          <ac:chgData name="知行 堀之内" userId="41da204072d300d1" providerId="LiveId" clId="{ADBB2189-1EA4-47DD-9AD3-EF0460DC23B5}" dt="2026-03-17T09:40:03.972" v="314" actId="1076"/>
          <ac:spMkLst>
            <pc:docMk/>
            <pc:sldMk cId="3475229927" sldId="268"/>
            <ac:spMk id="22" creationId="{F5F321A8-91FE-4D17-F859-06CA7157E04F}"/>
          </ac:spMkLst>
        </pc:spChg>
        <pc:spChg chg="del">
          <ac:chgData name="知行 堀之内" userId="41da204072d300d1" providerId="LiveId" clId="{ADBB2189-1EA4-47DD-9AD3-EF0460DC23B5}" dt="2026-03-17T09:39:34.148" v="311" actId="478"/>
          <ac:spMkLst>
            <pc:docMk/>
            <pc:sldMk cId="3475229927" sldId="268"/>
            <ac:spMk id="73" creationId="{7686BC04-D1F8-FF81-F1B7-1E9205AD29CC}"/>
          </ac:spMkLst>
        </pc:spChg>
        <pc:spChg chg="del">
          <ac:chgData name="知行 堀之内" userId="41da204072d300d1" providerId="LiveId" clId="{ADBB2189-1EA4-47DD-9AD3-EF0460DC23B5}" dt="2026-03-17T09:39:34.148" v="311" actId="478"/>
          <ac:spMkLst>
            <pc:docMk/>
            <pc:sldMk cId="3475229927" sldId="268"/>
            <ac:spMk id="79" creationId="{FF1E1562-AAA7-442A-522E-CC32959E9C7B}"/>
          </ac:spMkLst>
        </pc:spChg>
        <pc:spChg chg="del">
          <ac:chgData name="知行 堀之内" userId="41da204072d300d1" providerId="LiveId" clId="{ADBB2189-1EA4-47DD-9AD3-EF0460DC23B5}" dt="2026-03-17T09:39:34.148" v="311" actId="478"/>
          <ac:spMkLst>
            <pc:docMk/>
            <pc:sldMk cId="3475229927" sldId="268"/>
            <ac:spMk id="83" creationId="{745905CE-48AF-B723-B8C4-FF85E964735A}"/>
          </ac:spMkLst>
        </pc:spChg>
        <pc:spChg chg="del">
          <ac:chgData name="知行 堀之内" userId="41da204072d300d1" providerId="LiveId" clId="{ADBB2189-1EA4-47DD-9AD3-EF0460DC23B5}" dt="2026-03-17T09:39:34.148" v="311" actId="478"/>
          <ac:spMkLst>
            <pc:docMk/>
            <pc:sldMk cId="3475229927" sldId="268"/>
            <ac:spMk id="84" creationId="{620A1096-F064-FA9F-B879-58F64DC683FA}"/>
          </ac:spMkLst>
        </pc:spChg>
        <pc:spChg chg="del">
          <ac:chgData name="知行 堀之内" userId="41da204072d300d1" providerId="LiveId" clId="{ADBB2189-1EA4-47DD-9AD3-EF0460DC23B5}" dt="2026-03-17T09:39:34.148" v="311" actId="478"/>
          <ac:spMkLst>
            <pc:docMk/>
            <pc:sldMk cId="3475229927" sldId="268"/>
            <ac:spMk id="86" creationId="{D5E4EDEC-610B-F70D-A2D3-0FC46BDFED68}"/>
          </ac:spMkLst>
        </pc:spChg>
        <pc:spChg chg="add del mod">
          <ac:chgData name="知行 堀之内" userId="41da204072d300d1" providerId="LiveId" clId="{ADBB2189-1EA4-47DD-9AD3-EF0460DC23B5}" dt="2026-03-17T09:39:34.148" v="311" actId="478"/>
          <ac:spMkLst>
            <pc:docMk/>
            <pc:sldMk cId="3475229927" sldId="268"/>
            <ac:spMk id="88" creationId="{ED47F846-360E-4DF1-0F0F-E7A22C881233}"/>
          </ac:spMkLst>
        </pc:spChg>
        <pc:spChg chg="del">
          <ac:chgData name="知行 堀之内" userId="41da204072d300d1" providerId="LiveId" clId="{ADBB2189-1EA4-47DD-9AD3-EF0460DC23B5}" dt="2026-03-17T09:39:34.148" v="311" actId="478"/>
          <ac:spMkLst>
            <pc:docMk/>
            <pc:sldMk cId="3475229927" sldId="268"/>
            <ac:spMk id="89" creationId="{3D783C40-057A-3DF7-BEC1-40D95E334482}"/>
          </ac:spMkLst>
        </pc:spChg>
        <pc:spChg chg="del">
          <ac:chgData name="知行 堀之内" userId="41da204072d300d1" providerId="LiveId" clId="{ADBB2189-1EA4-47DD-9AD3-EF0460DC23B5}" dt="2026-03-17T09:39:34.148" v="311" actId="478"/>
          <ac:spMkLst>
            <pc:docMk/>
            <pc:sldMk cId="3475229927" sldId="268"/>
            <ac:spMk id="91" creationId="{4A092BFF-BB1E-14CD-71D4-007DF88565BA}"/>
          </ac:spMkLst>
        </pc:spChg>
        <pc:spChg chg="add del mod">
          <ac:chgData name="知行 堀之内" userId="41da204072d300d1" providerId="LiveId" clId="{ADBB2189-1EA4-47DD-9AD3-EF0460DC23B5}" dt="2026-03-17T09:39:34.148" v="311" actId="478"/>
          <ac:spMkLst>
            <pc:docMk/>
            <pc:sldMk cId="3475229927" sldId="268"/>
            <ac:spMk id="93" creationId="{FBA81797-5BC1-2C48-4126-C8B9F8FA440B}"/>
          </ac:spMkLst>
        </pc:spChg>
        <pc:spChg chg="del">
          <ac:chgData name="知行 堀之内" userId="41da204072d300d1" providerId="LiveId" clId="{ADBB2189-1EA4-47DD-9AD3-EF0460DC23B5}" dt="2026-03-17T09:39:34.148" v="311" actId="478"/>
          <ac:spMkLst>
            <pc:docMk/>
            <pc:sldMk cId="3475229927" sldId="268"/>
            <ac:spMk id="96" creationId="{2C5971C8-CE78-637F-F75B-D9A6E406F5A3}"/>
          </ac:spMkLst>
        </pc:spChg>
      </pc:sldChg>
      <pc:sldChg chg="addSp delSp modSp add mod">
        <pc:chgData name="知行 堀之内" userId="41da204072d300d1" providerId="LiveId" clId="{ADBB2189-1EA4-47DD-9AD3-EF0460DC23B5}" dt="2026-03-17T09:40:32.139" v="320" actId="1076"/>
        <pc:sldMkLst>
          <pc:docMk/>
          <pc:sldMk cId="1633276748" sldId="269"/>
        </pc:sldMkLst>
        <pc:spChg chg="add mod">
          <ac:chgData name="知行 堀之内" userId="41da204072d300d1" providerId="LiveId" clId="{ADBB2189-1EA4-47DD-9AD3-EF0460DC23B5}" dt="2026-03-17T09:40:32.139" v="320" actId="1076"/>
          <ac:spMkLst>
            <pc:docMk/>
            <pc:sldMk cId="1633276748" sldId="269"/>
            <ac:spMk id="3" creationId="{A0B542E3-3964-8224-E651-84B60B00D058}"/>
          </ac:spMkLst>
        </pc:spChg>
        <pc:spChg chg="mod">
          <ac:chgData name="知行 堀之内" userId="41da204072d300d1" providerId="LiveId" clId="{ADBB2189-1EA4-47DD-9AD3-EF0460DC23B5}" dt="2026-03-17T09:40:24.397" v="318" actId="207"/>
          <ac:spMkLst>
            <pc:docMk/>
            <pc:sldMk cId="1633276748" sldId="269"/>
            <ac:spMk id="6" creationId="{BE26874E-6F16-E41F-B3F3-A58E87711CCD}"/>
          </ac:spMkLst>
        </pc:spChg>
        <pc:spChg chg="del">
          <ac:chgData name="知行 堀之内" userId="41da204072d300d1" providerId="LiveId" clId="{ADBB2189-1EA4-47DD-9AD3-EF0460DC23B5}" dt="2026-03-17T09:40:11.520" v="315" actId="478"/>
          <ac:spMkLst>
            <pc:docMk/>
            <pc:sldMk cId="1633276748" sldId="269"/>
            <ac:spMk id="14" creationId="{B7D4E504-D032-C437-280D-6B56C04F339E}"/>
          </ac:spMkLst>
        </pc:spChg>
        <pc:spChg chg="del">
          <ac:chgData name="知行 堀之内" userId="41da204072d300d1" providerId="LiveId" clId="{ADBB2189-1EA4-47DD-9AD3-EF0460DC23B5}" dt="2026-03-17T09:40:11.520" v="315" actId="478"/>
          <ac:spMkLst>
            <pc:docMk/>
            <pc:sldMk cId="1633276748" sldId="269"/>
            <ac:spMk id="15" creationId="{F73CE8C6-37CA-7612-E694-6E6A66B23E9C}"/>
          </ac:spMkLst>
        </pc:spChg>
        <pc:spChg chg="del">
          <ac:chgData name="知行 堀之内" userId="41da204072d300d1" providerId="LiveId" clId="{ADBB2189-1EA4-47DD-9AD3-EF0460DC23B5}" dt="2026-03-17T09:40:11.520" v="315" actId="478"/>
          <ac:spMkLst>
            <pc:docMk/>
            <pc:sldMk cId="1633276748" sldId="269"/>
            <ac:spMk id="19" creationId="{34945B05-4935-F669-7BDB-619AEA34D96B}"/>
          </ac:spMkLst>
        </pc:spChg>
        <pc:spChg chg="del">
          <ac:chgData name="知行 堀之内" userId="41da204072d300d1" providerId="LiveId" clId="{ADBB2189-1EA4-47DD-9AD3-EF0460DC23B5}" dt="2026-03-17T09:40:11.520" v="315" actId="478"/>
          <ac:spMkLst>
            <pc:docMk/>
            <pc:sldMk cId="1633276748" sldId="269"/>
            <ac:spMk id="21" creationId="{3CE679A1-381D-7786-B313-6498777194BA}"/>
          </ac:spMkLst>
        </pc:spChg>
        <pc:spChg chg="add del mod">
          <ac:chgData name="知行 堀之内" userId="41da204072d300d1" providerId="LiveId" clId="{ADBB2189-1EA4-47DD-9AD3-EF0460DC23B5}" dt="2026-03-17T09:40:11.520" v="315" actId="478"/>
          <ac:spMkLst>
            <pc:docMk/>
            <pc:sldMk cId="1633276748" sldId="269"/>
            <ac:spMk id="24" creationId="{7F7057F0-F9BC-A25B-F871-4684C0FC83BC}"/>
          </ac:spMkLst>
        </pc:spChg>
        <pc:spChg chg="add del mod">
          <ac:chgData name="知行 堀之内" userId="41da204072d300d1" providerId="LiveId" clId="{ADBB2189-1EA4-47DD-9AD3-EF0460DC23B5}" dt="2026-03-17T09:40:11.520" v="315" actId="478"/>
          <ac:spMkLst>
            <pc:docMk/>
            <pc:sldMk cId="1633276748" sldId="269"/>
            <ac:spMk id="31" creationId="{A5943DC4-D6D9-83B2-8606-9322D06363FD}"/>
          </ac:spMkLst>
        </pc:spChg>
        <pc:spChg chg="add del mod">
          <ac:chgData name="知行 堀之内" userId="41da204072d300d1" providerId="LiveId" clId="{ADBB2189-1EA4-47DD-9AD3-EF0460DC23B5}" dt="2026-03-17T09:40:11.520" v="315" actId="478"/>
          <ac:spMkLst>
            <pc:docMk/>
            <pc:sldMk cId="1633276748" sldId="269"/>
            <ac:spMk id="34" creationId="{1306E5BE-CFBB-1449-8161-8C8A74B5B907}"/>
          </ac:spMkLst>
        </pc:spChg>
        <pc:spChg chg="del">
          <ac:chgData name="知行 堀之内" userId="41da204072d300d1" providerId="LiveId" clId="{ADBB2189-1EA4-47DD-9AD3-EF0460DC23B5}" dt="2026-03-17T09:40:11.520" v="315" actId="478"/>
          <ac:spMkLst>
            <pc:docMk/>
            <pc:sldMk cId="1633276748" sldId="269"/>
            <ac:spMk id="36" creationId="{CEF4A4F5-3FAF-858A-D87E-149EF4A5B562}"/>
          </ac:spMkLst>
        </pc:spChg>
        <pc:spChg chg="del">
          <ac:chgData name="知行 堀之内" userId="41da204072d300d1" providerId="LiveId" clId="{ADBB2189-1EA4-47DD-9AD3-EF0460DC23B5}" dt="2026-03-17T09:40:11.520" v="315" actId="478"/>
          <ac:spMkLst>
            <pc:docMk/>
            <pc:sldMk cId="1633276748" sldId="269"/>
            <ac:spMk id="38" creationId="{5053BE7C-5FDD-92E3-18AE-905EA9338466}"/>
          </ac:spMkLst>
        </pc:spChg>
        <pc:spChg chg="del">
          <ac:chgData name="知行 堀之内" userId="41da204072d300d1" providerId="LiveId" clId="{ADBB2189-1EA4-47DD-9AD3-EF0460DC23B5}" dt="2026-03-17T09:40:11.520" v="315" actId="478"/>
          <ac:spMkLst>
            <pc:docMk/>
            <pc:sldMk cId="1633276748" sldId="269"/>
            <ac:spMk id="42" creationId="{DF958ED9-B5EB-34E5-F7BE-4CC68E9368E4}"/>
          </ac:spMkLst>
        </pc:spChg>
        <pc:spChg chg="add mod">
          <ac:chgData name="知行 堀之内" userId="41da204072d300d1" providerId="LiveId" clId="{ADBB2189-1EA4-47DD-9AD3-EF0460DC23B5}" dt="2026-03-17T09:40:32.139" v="320" actId="1076"/>
          <ac:spMkLst>
            <pc:docMk/>
            <pc:sldMk cId="1633276748" sldId="269"/>
            <ac:spMk id="49" creationId="{B7E76D41-F790-C8D2-E05D-E605B5EAC834}"/>
          </ac:spMkLst>
        </pc:spChg>
        <pc:spChg chg="add mod">
          <ac:chgData name="知行 堀之内" userId="41da204072d300d1" providerId="LiveId" clId="{ADBB2189-1EA4-47DD-9AD3-EF0460DC23B5}" dt="2026-03-17T09:40:32.139" v="320" actId="1076"/>
          <ac:spMkLst>
            <pc:docMk/>
            <pc:sldMk cId="1633276748" sldId="269"/>
            <ac:spMk id="54" creationId="{BCF3C07C-7E7D-764E-7D09-73D6EC7C6723}"/>
          </ac:spMkLst>
        </pc:spChg>
        <pc:spChg chg="add mod">
          <ac:chgData name="知行 堀之内" userId="41da204072d300d1" providerId="LiveId" clId="{ADBB2189-1EA4-47DD-9AD3-EF0460DC23B5}" dt="2026-03-17T09:40:32.139" v="320" actId="1076"/>
          <ac:spMkLst>
            <pc:docMk/>
            <pc:sldMk cId="1633276748" sldId="269"/>
            <ac:spMk id="66" creationId="{CB4A6F81-7E17-DA96-5D11-341405773183}"/>
          </ac:spMkLst>
        </pc:spChg>
        <pc:spChg chg="add mod">
          <ac:chgData name="知行 堀之内" userId="41da204072d300d1" providerId="LiveId" clId="{ADBB2189-1EA4-47DD-9AD3-EF0460DC23B5}" dt="2026-03-17T09:40:32.139" v="320" actId="1076"/>
          <ac:spMkLst>
            <pc:docMk/>
            <pc:sldMk cId="1633276748" sldId="269"/>
            <ac:spMk id="69" creationId="{64561DC5-7684-2B65-E140-8AE2165F693B}"/>
          </ac:spMkLst>
        </pc:spChg>
        <pc:spChg chg="add mod">
          <ac:chgData name="知行 堀之内" userId="41da204072d300d1" providerId="LiveId" clId="{ADBB2189-1EA4-47DD-9AD3-EF0460DC23B5}" dt="2026-03-17T09:40:32.139" v="320" actId="1076"/>
          <ac:spMkLst>
            <pc:docMk/>
            <pc:sldMk cId="1633276748" sldId="269"/>
            <ac:spMk id="70" creationId="{877ADEFD-18A4-DA31-2A18-00EAEF3122A9}"/>
          </ac:spMkLst>
        </pc:spChg>
        <pc:spChg chg="add mod">
          <ac:chgData name="知行 堀之内" userId="41da204072d300d1" providerId="LiveId" clId="{ADBB2189-1EA4-47DD-9AD3-EF0460DC23B5}" dt="2026-03-17T09:40:32.139" v="320" actId="1076"/>
          <ac:spMkLst>
            <pc:docMk/>
            <pc:sldMk cId="1633276748" sldId="269"/>
            <ac:spMk id="77" creationId="{137BF8C4-34C3-F23B-DE5F-8DF2667385D9}"/>
          </ac:spMkLst>
        </pc:spChg>
        <pc:spChg chg="add mod">
          <ac:chgData name="知行 堀之内" userId="41da204072d300d1" providerId="LiveId" clId="{ADBB2189-1EA4-47DD-9AD3-EF0460DC23B5}" dt="2026-03-17T09:40:32.139" v="320" actId="1076"/>
          <ac:spMkLst>
            <pc:docMk/>
            <pc:sldMk cId="1633276748" sldId="269"/>
            <ac:spMk id="82" creationId="{440974C0-12AB-4FFD-2151-9DB1960DF695}"/>
          </ac:spMkLst>
        </pc:spChg>
        <pc:spChg chg="add mod">
          <ac:chgData name="知行 堀之内" userId="41da204072d300d1" providerId="LiveId" clId="{ADBB2189-1EA4-47DD-9AD3-EF0460DC23B5}" dt="2026-03-17T09:40:32.139" v="320" actId="1076"/>
          <ac:spMkLst>
            <pc:docMk/>
            <pc:sldMk cId="1633276748" sldId="269"/>
            <ac:spMk id="87" creationId="{08FC22AB-7F32-6AE4-08C4-DAC61B38AE53}"/>
          </ac:spMkLst>
        </pc:spChg>
        <pc:spChg chg="add mod">
          <ac:chgData name="知行 堀之内" userId="41da204072d300d1" providerId="LiveId" clId="{ADBB2189-1EA4-47DD-9AD3-EF0460DC23B5}" dt="2026-03-17T09:40:32.139" v="320" actId="1076"/>
          <ac:spMkLst>
            <pc:docMk/>
            <pc:sldMk cId="1633276748" sldId="269"/>
            <ac:spMk id="89" creationId="{96CE542A-4346-CC65-CEE2-53D391889EC7}"/>
          </ac:spMkLst>
        </pc:spChg>
      </pc:sldChg>
      <pc:sldChg chg="addSp delSp modSp add mod">
        <pc:chgData name="知行 堀之内" userId="41da204072d300d1" providerId="LiveId" clId="{ADBB2189-1EA4-47DD-9AD3-EF0460DC23B5}" dt="2026-03-17T09:42:02.097" v="344" actId="14100"/>
        <pc:sldMkLst>
          <pc:docMk/>
          <pc:sldMk cId="4224202504" sldId="270"/>
        </pc:sldMkLst>
        <pc:spChg chg="mod">
          <ac:chgData name="知行 堀之内" userId="41da204072d300d1" providerId="LiveId" clId="{ADBB2189-1EA4-47DD-9AD3-EF0460DC23B5}" dt="2026-03-17T09:41:07.407" v="328" actId="14100"/>
          <ac:spMkLst>
            <pc:docMk/>
            <pc:sldMk cId="4224202504" sldId="270"/>
            <ac:spMk id="2" creationId="{D2A94FEF-8AB9-4373-DE6E-E5A88D889918}"/>
          </ac:spMkLst>
        </pc:spChg>
        <pc:spChg chg="del">
          <ac:chgData name="知行 堀之内" userId="41da204072d300d1" providerId="LiveId" clId="{ADBB2189-1EA4-47DD-9AD3-EF0460DC23B5}" dt="2026-03-17T09:40:51.595" v="323" actId="478"/>
          <ac:spMkLst>
            <pc:docMk/>
            <pc:sldMk cId="4224202504" sldId="270"/>
            <ac:spMk id="3" creationId="{777F2924-ADED-D337-1774-ED8900B91C53}"/>
          </ac:spMkLst>
        </pc:spChg>
        <pc:spChg chg="mod">
          <ac:chgData name="知行 堀之内" userId="41da204072d300d1" providerId="LiveId" clId="{ADBB2189-1EA4-47DD-9AD3-EF0460DC23B5}" dt="2026-03-17T09:40:48.894" v="322" actId="207"/>
          <ac:spMkLst>
            <pc:docMk/>
            <pc:sldMk cId="4224202504" sldId="270"/>
            <ac:spMk id="6" creationId="{AD09C995-D446-5F51-F787-FBCF87BF8387}"/>
          </ac:spMkLst>
        </pc:spChg>
        <pc:spChg chg="mod">
          <ac:chgData name="知行 堀之内" userId="41da204072d300d1" providerId="LiveId" clId="{ADBB2189-1EA4-47DD-9AD3-EF0460DC23B5}" dt="2026-03-17T09:41:04.207" v="327" actId="14100"/>
          <ac:spMkLst>
            <pc:docMk/>
            <pc:sldMk cId="4224202504" sldId="270"/>
            <ac:spMk id="7" creationId="{2029F747-4C9D-599D-1530-55E19CA1687F}"/>
          </ac:spMkLst>
        </pc:spChg>
        <pc:spChg chg="add mod">
          <ac:chgData name="知行 堀之内" userId="41da204072d300d1" providerId="LiveId" clId="{ADBB2189-1EA4-47DD-9AD3-EF0460DC23B5}" dt="2026-03-17T09:40:56.799" v="324"/>
          <ac:spMkLst>
            <pc:docMk/>
            <pc:sldMk cId="4224202504" sldId="270"/>
            <ac:spMk id="9" creationId="{812E99FC-7DAB-F532-5405-6860EEE2F32A}"/>
          </ac:spMkLst>
        </pc:spChg>
        <pc:spChg chg="add mod">
          <ac:chgData name="知行 堀之内" userId="41da204072d300d1" providerId="LiveId" clId="{ADBB2189-1EA4-47DD-9AD3-EF0460DC23B5}" dt="2026-03-17T09:41:11.046" v="329" actId="14100"/>
          <ac:spMkLst>
            <pc:docMk/>
            <pc:sldMk cId="4224202504" sldId="270"/>
            <ac:spMk id="10" creationId="{F7F59545-159E-0B02-98A0-571BA253AC5C}"/>
          </ac:spMkLst>
        </pc:spChg>
        <pc:spChg chg="add mod">
          <ac:chgData name="知行 堀之内" userId="41da204072d300d1" providerId="LiveId" clId="{ADBB2189-1EA4-47DD-9AD3-EF0460DC23B5}" dt="2026-03-17T09:40:56.799" v="324"/>
          <ac:spMkLst>
            <pc:docMk/>
            <pc:sldMk cId="4224202504" sldId="270"/>
            <ac:spMk id="11" creationId="{B12E944C-A797-3CB9-F0D3-80B93E64B2D0}"/>
          </ac:spMkLst>
        </pc:spChg>
        <pc:spChg chg="add mod">
          <ac:chgData name="知行 堀之内" userId="41da204072d300d1" providerId="LiveId" clId="{ADBB2189-1EA4-47DD-9AD3-EF0460DC23B5}" dt="2026-03-17T09:40:56.799" v="324"/>
          <ac:spMkLst>
            <pc:docMk/>
            <pc:sldMk cId="4224202504" sldId="270"/>
            <ac:spMk id="13" creationId="{FDABC625-62A3-8A51-DE4E-60DC2FF31DA5}"/>
          </ac:spMkLst>
        </pc:spChg>
        <pc:spChg chg="add mod">
          <ac:chgData name="知行 堀之内" userId="41da204072d300d1" providerId="LiveId" clId="{ADBB2189-1EA4-47DD-9AD3-EF0460DC23B5}" dt="2026-03-17T09:40:56.799" v="324"/>
          <ac:spMkLst>
            <pc:docMk/>
            <pc:sldMk cId="4224202504" sldId="270"/>
            <ac:spMk id="15" creationId="{27FDADD0-5B43-1517-0FBC-85BA19029DC0}"/>
          </ac:spMkLst>
        </pc:spChg>
        <pc:spChg chg="add mod">
          <ac:chgData name="知行 堀之内" userId="41da204072d300d1" providerId="LiveId" clId="{ADBB2189-1EA4-47DD-9AD3-EF0460DC23B5}" dt="2026-03-17T09:40:56.799" v="324"/>
          <ac:spMkLst>
            <pc:docMk/>
            <pc:sldMk cId="4224202504" sldId="270"/>
            <ac:spMk id="19" creationId="{5B979D8B-3895-359F-5F74-913574B030A9}"/>
          </ac:spMkLst>
        </pc:spChg>
        <pc:spChg chg="add mod">
          <ac:chgData name="知行 堀之内" userId="41da204072d300d1" providerId="LiveId" clId="{ADBB2189-1EA4-47DD-9AD3-EF0460DC23B5}" dt="2026-03-17T09:41:00.978" v="326" actId="1076"/>
          <ac:spMkLst>
            <pc:docMk/>
            <pc:sldMk cId="4224202504" sldId="270"/>
            <ac:spMk id="21" creationId="{1BC3E702-9036-EC24-7D33-6FDAE414167E}"/>
          </ac:spMkLst>
        </pc:spChg>
        <pc:spChg chg="add mod">
          <ac:chgData name="知行 堀之内" userId="41da204072d300d1" providerId="LiveId" clId="{ADBB2189-1EA4-47DD-9AD3-EF0460DC23B5}" dt="2026-03-17T09:40:56.799" v="324"/>
          <ac:spMkLst>
            <pc:docMk/>
            <pc:sldMk cId="4224202504" sldId="270"/>
            <ac:spMk id="22" creationId="{DE7C37B5-4644-ECF7-C5AB-86ACC853DC86}"/>
          </ac:spMkLst>
        </pc:spChg>
        <pc:spChg chg="add mod">
          <ac:chgData name="知行 堀之内" userId="41da204072d300d1" providerId="LiveId" clId="{ADBB2189-1EA4-47DD-9AD3-EF0460DC23B5}" dt="2026-03-17T09:41:13.889" v="330" actId="14100"/>
          <ac:spMkLst>
            <pc:docMk/>
            <pc:sldMk cId="4224202504" sldId="270"/>
            <ac:spMk id="23" creationId="{DF78EB47-0CB9-B621-5CB6-6FA65EB0DC98}"/>
          </ac:spMkLst>
        </pc:spChg>
        <pc:spChg chg="add mod">
          <ac:chgData name="知行 堀之内" userId="41da204072d300d1" providerId="LiveId" clId="{ADBB2189-1EA4-47DD-9AD3-EF0460DC23B5}" dt="2026-03-17T09:40:56.799" v="324"/>
          <ac:spMkLst>
            <pc:docMk/>
            <pc:sldMk cId="4224202504" sldId="270"/>
            <ac:spMk id="24" creationId="{34C39262-7EC3-9436-17F1-CB1814FA419F}"/>
          </ac:spMkLst>
        </pc:spChg>
        <pc:spChg chg="del">
          <ac:chgData name="知行 堀之内" userId="41da204072d300d1" providerId="LiveId" clId="{ADBB2189-1EA4-47DD-9AD3-EF0460DC23B5}" dt="2026-03-17T09:40:51.595" v="323" actId="478"/>
          <ac:spMkLst>
            <pc:docMk/>
            <pc:sldMk cId="4224202504" sldId="270"/>
            <ac:spMk id="50" creationId="{A8E11876-A6DB-DA11-CA19-1C1635CA6367}"/>
          </ac:spMkLst>
        </pc:spChg>
        <pc:spChg chg="add del mod">
          <ac:chgData name="知行 堀之内" userId="41da204072d300d1" providerId="LiveId" clId="{ADBB2189-1EA4-47DD-9AD3-EF0460DC23B5}" dt="2026-03-17T09:40:51.595" v="323" actId="478"/>
          <ac:spMkLst>
            <pc:docMk/>
            <pc:sldMk cId="4224202504" sldId="270"/>
            <ac:spMk id="52" creationId="{24FAB82C-1E03-1385-0D5F-F2ACC272C3CF}"/>
          </ac:spMkLst>
        </pc:spChg>
        <pc:spChg chg="add del mod">
          <ac:chgData name="知行 堀之内" userId="41da204072d300d1" providerId="LiveId" clId="{ADBB2189-1EA4-47DD-9AD3-EF0460DC23B5}" dt="2026-03-17T09:40:51.595" v="323" actId="478"/>
          <ac:spMkLst>
            <pc:docMk/>
            <pc:sldMk cId="4224202504" sldId="270"/>
            <ac:spMk id="55" creationId="{7ADACB53-A98C-2185-7336-2839B7855FA8}"/>
          </ac:spMkLst>
        </pc:spChg>
        <pc:spChg chg="del">
          <ac:chgData name="知行 堀之内" userId="41da204072d300d1" providerId="LiveId" clId="{ADBB2189-1EA4-47DD-9AD3-EF0460DC23B5}" dt="2026-03-17T09:40:51.595" v="323" actId="478"/>
          <ac:spMkLst>
            <pc:docMk/>
            <pc:sldMk cId="4224202504" sldId="270"/>
            <ac:spMk id="62" creationId="{35A0A3D3-0A3F-F2FF-303C-F2E59008752B}"/>
          </ac:spMkLst>
        </pc:spChg>
        <pc:spChg chg="del">
          <ac:chgData name="知行 堀之内" userId="41da204072d300d1" providerId="LiveId" clId="{ADBB2189-1EA4-47DD-9AD3-EF0460DC23B5}" dt="2026-03-17T09:40:51.595" v="323" actId="478"/>
          <ac:spMkLst>
            <pc:docMk/>
            <pc:sldMk cId="4224202504" sldId="270"/>
            <ac:spMk id="71" creationId="{1417920D-80F7-757E-7BB6-80C209970C44}"/>
          </ac:spMkLst>
        </pc:spChg>
        <pc:spChg chg="del">
          <ac:chgData name="知行 堀之内" userId="41da204072d300d1" providerId="LiveId" clId="{ADBB2189-1EA4-47DD-9AD3-EF0460DC23B5}" dt="2026-03-17T09:40:51.595" v="323" actId="478"/>
          <ac:spMkLst>
            <pc:docMk/>
            <pc:sldMk cId="4224202504" sldId="270"/>
            <ac:spMk id="75" creationId="{F7AD52BE-ED42-291F-1BFB-1EB9E6C3E91E}"/>
          </ac:spMkLst>
        </pc:spChg>
        <pc:spChg chg="add del mod">
          <ac:chgData name="知行 堀之内" userId="41da204072d300d1" providerId="LiveId" clId="{ADBB2189-1EA4-47DD-9AD3-EF0460DC23B5}" dt="2026-03-17T09:40:51.595" v="323" actId="478"/>
          <ac:spMkLst>
            <pc:docMk/>
            <pc:sldMk cId="4224202504" sldId="270"/>
            <ac:spMk id="77" creationId="{45FAA58A-B005-9BEB-01F5-A6B60E012A57}"/>
          </ac:spMkLst>
        </pc:spChg>
        <pc:spChg chg="add del mod">
          <ac:chgData name="知行 堀之内" userId="41da204072d300d1" providerId="LiveId" clId="{ADBB2189-1EA4-47DD-9AD3-EF0460DC23B5}" dt="2026-03-17T09:40:51.595" v="323" actId="478"/>
          <ac:spMkLst>
            <pc:docMk/>
            <pc:sldMk cId="4224202504" sldId="270"/>
            <ac:spMk id="83" creationId="{3228B752-2715-4B28-9E79-4404874DEFEB}"/>
          </ac:spMkLst>
        </pc:spChg>
        <pc:spChg chg="del">
          <ac:chgData name="知行 堀之内" userId="41da204072d300d1" providerId="LiveId" clId="{ADBB2189-1EA4-47DD-9AD3-EF0460DC23B5}" dt="2026-03-17T09:40:51.595" v="323" actId="478"/>
          <ac:spMkLst>
            <pc:docMk/>
            <pc:sldMk cId="4224202504" sldId="270"/>
            <ac:spMk id="84" creationId="{39BE5D86-F1B1-6686-E039-0D86378DE46A}"/>
          </ac:spMkLst>
        </pc:spChg>
        <pc:cxnChg chg="add mod">
          <ac:chgData name="知行 堀之内" userId="41da204072d300d1" providerId="LiveId" clId="{ADBB2189-1EA4-47DD-9AD3-EF0460DC23B5}" dt="2026-03-17T09:41:31.559" v="333" actId="14100"/>
          <ac:cxnSpMkLst>
            <pc:docMk/>
            <pc:sldMk cId="4224202504" sldId="270"/>
            <ac:cxnSpMk id="26" creationId="{2D278128-74AD-8A5A-C0F8-271871BA16B6}"/>
          </ac:cxnSpMkLst>
        </pc:cxnChg>
        <pc:cxnChg chg="add mod">
          <ac:chgData name="知行 堀之内" userId="41da204072d300d1" providerId="LiveId" clId="{ADBB2189-1EA4-47DD-9AD3-EF0460DC23B5}" dt="2026-03-17T09:41:41.351" v="337" actId="14100"/>
          <ac:cxnSpMkLst>
            <pc:docMk/>
            <pc:sldMk cId="4224202504" sldId="270"/>
            <ac:cxnSpMk id="29" creationId="{15BD2827-404D-459D-99DE-3A360B2CD59C}"/>
          </ac:cxnSpMkLst>
        </pc:cxnChg>
        <pc:cxnChg chg="add mod">
          <ac:chgData name="知行 堀之内" userId="41da204072d300d1" providerId="LiveId" clId="{ADBB2189-1EA4-47DD-9AD3-EF0460DC23B5}" dt="2026-03-17T09:41:49.566" v="341" actId="14100"/>
          <ac:cxnSpMkLst>
            <pc:docMk/>
            <pc:sldMk cId="4224202504" sldId="270"/>
            <ac:cxnSpMk id="32" creationId="{23BA3A6F-C3BA-446D-93BC-0283D5F90E7C}"/>
          </ac:cxnSpMkLst>
        </pc:cxnChg>
        <pc:cxnChg chg="add mod">
          <ac:chgData name="知行 堀之内" userId="41da204072d300d1" providerId="LiveId" clId="{ADBB2189-1EA4-47DD-9AD3-EF0460DC23B5}" dt="2026-03-17T09:42:02.097" v="344" actId="14100"/>
          <ac:cxnSpMkLst>
            <pc:docMk/>
            <pc:sldMk cId="4224202504" sldId="270"/>
            <ac:cxnSpMk id="36" creationId="{4DD6467C-1A03-2D85-F471-AC1D15AB6F42}"/>
          </ac:cxnSpMkLst>
        </pc:cxnChg>
      </pc:sldChg>
      <pc:sldChg chg="addSp delSp modSp add mod">
        <pc:chgData name="知行 堀之内" userId="41da204072d300d1" providerId="LiveId" clId="{ADBB2189-1EA4-47DD-9AD3-EF0460DC23B5}" dt="2026-03-17T09:42:51.432" v="359" actId="207"/>
        <pc:sldMkLst>
          <pc:docMk/>
          <pc:sldMk cId="2013017811" sldId="271"/>
        </pc:sldMkLst>
        <pc:spChg chg="del">
          <ac:chgData name="知行 堀之内" userId="41da204072d300d1" providerId="LiveId" clId="{ADBB2189-1EA4-47DD-9AD3-EF0460DC23B5}" dt="2026-03-17T09:42:22.653" v="347" actId="478"/>
          <ac:spMkLst>
            <pc:docMk/>
            <pc:sldMk cId="2013017811" sldId="271"/>
            <ac:spMk id="2" creationId="{8977C983-F8C8-05D3-6A38-A14B6C7D24B8}"/>
          </ac:spMkLst>
        </pc:spChg>
        <pc:spChg chg="del">
          <ac:chgData name="知行 堀之内" userId="41da204072d300d1" providerId="LiveId" clId="{ADBB2189-1EA4-47DD-9AD3-EF0460DC23B5}" dt="2026-03-17T09:42:22.653" v="347" actId="478"/>
          <ac:spMkLst>
            <pc:docMk/>
            <pc:sldMk cId="2013017811" sldId="271"/>
            <ac:spMk id="4" creationId="{68785D93-F9C4-57F4-4E68-387F18D84474}"/>
          </ac:spMkLst>
        </pc:spChg>
        <pc:spChg chg="mod">
          <ac:chgData name="知行 堀之内" userId="41da204072d300d1" providerId="LiveId" clId="{ADBB2189-1EA4-47DD-9AD3-EF0460DC23B5}" dt="2026-03-17T09:42:19.361" v="346"/>
          <ac:spMkLst>
            <pc:docMk/>
            <pc:sldMk cId="2013017811" sldId="271"/>
            <ac:spMk id="6" creationId="{C18C16F5-59BF-7169-1DBF-F3ECF216A509}"/>
          </ac:spMkLst>
        </pc:spChg>
        <pc:spChg chg="del">
          <ac:chgData name="知行 堀之内" userId="41da204072d300d1" providerId="LiveId" clId="{ADBB2189-1EA4-47DD-9AD3-EF0460DC23B5}" dt="2026-03-17T09:42:22.653" v="347" actId="478"/>
          <ac:spMkLst>
            <pc:docMk/>
            <pc:sldMk cId="2013017811" sldId="271"/>
            <ac:spMk id="7" creationId="{DD8A64BF-4F2C-BF0D-D685-521BACBA1556}"/>
          </ac:spMkLst>
        </pc:spChg>
        <pc:spChg chg="del">
          <ac:chgData name="知行 堀之内" userId="41da204072d300d1" providerId="LiveId" clId="{ADBB2189-1EA4-47DD-9AD3-EF0460DC23B5}" dt="2026-03-17T09:42:22.653" v="347" actId="478"/>
          <ac:spMkLst>
            <pc:docMk/>
            <pc:sldMk cId="2013017811" sldId="271"/>
            <ac:spMk id="9" creationId="{D10ADEE0-20A2-D541-5AEA-9BC7492C308D}"/>
          </ac:spMkLst>
        </pc:spChg>
        <pc:spChg chg="del">
          <ac:chgData name="知行 堀之内" userId="41da204072d300d1" providerId="LiveId" clId="{ADBB2189-1EA4-47DD-9AD3-EF0460DC23B5}" dt="2026-03-17T09:42:22.653" v="347" actId="478"/>
          <ac:spMkLst>
            <pc:docMk/>
            <pc:sldMk cId="2013017811" sldId="271"/>
            <ac:spMk id="11" creationId="{D7C693B8-CA82-5CD4-BC2E-1AD863FC48F2}"/>
          </ac:spMkLst>
        </pc:spChg>
        <pc:spChg chg="del">
          <ac:chgData name="知行 堀之内" userId="41da204072d300d1" providerId="LiveId" clId="{ADBB2189-1EA4-47DD-9AD3-EF0460DC23B5}" dt="2026-03-17T09:42:22.653" v="347" actId="478"/>
          <ac:spMkLst>
            <pc:docMk/>
            <pc:sldMk cId="2013017811" sldId="271"/>
            <ac:spMk id="12" creationId="{D918E15E-3BD3-0A6B-DD9A-085305DE652F}"/>
          </ac:spMkLst>
        </pc:spChg>
        <pc:spChg chg="del">
          <ac:chgData name="知行 堀之内" userId="41da204072d300d1" providerId="LiveId" clId="{ADBB2189-1EA4-47DD-9AD3-EF0460DC23B5}" dt="2026-03-17T09:42:22.653" v="347" actId="478"/>
          <ac:spMkLst>
            <pc:docMk/>
            <pc:sldMk cId="2013017811" sldId="271"/>
            <ac:spMk id="15" creationId="{81933812-D3E3-CAAF-1D0C-6419CD3DD200}"/>
          </ac:spMkLst>
        </pc:spChg>
        <pc:spChg chg="del">
          <ac:chgData name="知行 堀之内" userId="41da204072d300d1" providerId="LiveId" clId="{ADBB2189-1EA4-47DD-9AD3-EF0460DC23B5}" dt="2026-03-17T09:42:22.653" v="347" actId="478"/>
          <ac:spMkLst>
            <pc:docMk/>
            <pc:sldMk cId="2013017811" sldId="271"/>
            <ac:spMk id="18" creationId="{0916AB30-229C-288A-02DA-15504A7F6987}"/>
          </ac:spMkLst>
        </pc:spChg>
        <pc:spChg chg="del">
          <ac:chgData name="知行 堀之内" userId="41da204072d300d1" providerId="LiveId" clId="{ADBB2189-1EA4-47DD-9AD3-EF0460DC23B5}" dt="2026-03-17T09:42:22.653" v="347" actId="478"/>
          <ac:spMkLst>
            <pc:docMk/>
            <pc:sldMk cId="2013017811" sldId="271"/>
            <ac:spMk id="22" creationId="{61943B1E-20EE-716A-98CB-8439B6002CCF}"/>
          </ac:spMkLst>
        </pc:spChg>
        <pc:spChg chg="del">
          <ac:chgData name="知行 堀之内" userId="41da204072d300d1" providerId="LiveId" clId="{ADBB2189-1EA4-47DD-9AD3-EF0460DC23B5}" dt="2026-03-17T09:42:22.653" v="347" actId="478"/>
          <ac:spMkLst>
            <pc:docMk/>
            <pc:sldMk cId="2013017811" sldId="271"/>
            <ac:spMk id="24" creationId="{BD1C7F37-9BC1-E738-B864-236BA4B70A0D}"/>
          </ac:spMkLst>
        </pc:spChg>
        <pc:spChg chg="add mod">
          <ac:chgData name="知行 堀之内" userId="41da204072d300d1" providerId="LiveId" clId="{ADBB2189-1EA4-47DD-9AD3-EF0460DC23B5}" dt="2026-03-17T09:42:32.267" v="348"/>
          <ac:spMkLst>
            <pc:docMk/>
            <pc:sldMk cId="2013017811" sldId="271"/>
            <ac:spMk id="25" creationId="{67C515E7-4D47-0A42-6B97-7B7B278E147F}"/>
          </ac:spMkLst>
        </pc:spChg>
        <pc:spChg chg="add mod">
          <ac:chgData name="知行 堀之内" userId="41da204072d300d1" providerId="LiveId" clId="{ADBB2189-1EA4-47DD-9AD3-EF0460DC23B5}" dt="2026-03-17T09:42:32.267" v="348"/>
          <ac:spMkLst>
            <pc:docMk/>
            <pc:sldMk cId="2013017811" sldId="271"/>
            <ac:spMk id="27" creationId="{A76E0786-D7CE-BFBA-8FE6-CE992C1C3637}"/>
          </ac:spMkLst>
        </pc:spChg>
        <pc:spChg chg="mod">
          <ac:chgData name="知行 堀之内" userId="41da204072d300d1" providerId="LiveId" clId="{ADBB2189-1EA4-47DD-9AD3-EF0460DC23B5}" dt="2026-03-17T09:42:38.593" v="350" actId="207"/>
          <ac:spMkLst>
            <pc:docMk/>
            <pc:sldMk cId="2013017811" sldId="271"/>
            <ac:spMk id="28" creationId="{54963B4F-5820-8CA6-46C5-D1416DB9D56B}"/>
          </ac:spMkLst>
        </pc:spChg>
        <pc:spChg chg="add mod">
          <ac:chgData name="知行 堀之内" userId="41da204072d300d1" providerId="LiveId" clId="{ADBB2189-1EA4-47DD-9AD3-EF0460DC23B5}" dt="2026-03-17T09:42:32.267" v="348"/>
          <ac:spMkLst>
            <pc:docMk/>
            <pc:sldMk cId="2013017811" sldId="271"/>
            <ac:spMk id="33" creationId="{4B4025CA-BEDF-1870-09A0-6999C2661B5D}"/>
          </ac:spMkLst>
        </pc:spChg>
        <pc:spChg chg="mod">
          <ac:chgData name="知行 堀之内" userId="41da204072d300d1" providerId="LiveId" clId="{ADBB2189-1EA4-47DD-9AD3-EF0460DC23B5}" dt="2026-03-17T09:42:41.885" v="352" actId="207"/>
          <ac:spMkLst>
            <pc:docMk/>
            <pc:sldMk cId="2013017811" sldId="271"/>
            <ac:spMk id="34" creationId="{F759FAD1-0563-DA02-480B-C15501F9C226}"/>
          </ac:spMkLst>
        </pc:spChg>
        <pc:spChg chg="add mod">
          <ac:chgData name="知行 堀之内" userId="41da204072d300d1" providerId="LiveId" clId="{ADBB2189-1EA4-47DD-9AD3-EF0460DC23B5}" dt="2026-03-17T09:42:32.267" v="348"/>
          <ac:spMkLst>
            <pc:docMk/>
            <pc:sldMk cId="2013017811" sldId="271"/>
            <ac:spMk id="37" creationId="{42BA97EB-FEA2-2584-BF99-81AAB32069CD}"/>
          </ac:spMkLst>
        </pc:spChg>
        <pc:spChg chg="add mod">
          <ac:chgData name="知行 堀之内" userId="41da204072d300d1" providerId="LiveId" clId="{ADBB2189-1EA4-47DD-9AD3-EF0460DC23B5}" dt="2026-03-17T09:42:45.139" v="354" actId="207"/>
          <ac:spMkLst>
            <pc:docMk/>
            <pc:sldMk cId="2013017811" sldId="271"/>
            <ac:spMk id="39" creationId="{144C8C73-A898-C51A-A6A6-BDE31A0D25EA}"/>
          </ac:spMkLst>
        </pc:spChg>
        <pc:spChg chg="add mod">
          <ac:chgData name="知行 堀之内" userId="41da204072d300d1" providerId="LiveId" clId="{ADBB2189-1EA4-47DD-9AD3-EF0460DC23B5}" dt="2026-03-17T09:42:32.267" v="348"/>
          <ac:spMkLst>
            <pc:docMk/>
            <pc:sldMk cId="2013017811" sldId="271"/>
            <ac:spMk id="40" creationId="{9A029008-FA35-236B-DF57-797D868737C6}"/>
          </ac:spMkLst>
        </pc:spChg>
        <pc:spChg chg="add mod">
          <ac:chgData name="知行 堀之内" userId="41da204072d300d1" providerId="LiveId" clId="{ADBB2189-1EA4-47DD-9AD3-EF0460DC23B5}" dt="2026-03-17T09:42:48.359" v="357" actId="207"/>
          <ac:spMkLst>
            <pc:docMk/>
            <pc:sldMk cId="2013017811" sldId="271"/>
            <ac:spMk id="43" creationId="{34AD0BB0-7A1A-ADCF-2EA0-3B6E51EF48D4}"/>
          </ac:spMkLst>
        </pc:spChg>
        <pc:spChg chg="add mod">
          <ac:chgData name="知行 堀之内" userId="41da204072d300d1" providerId="LiveId" clId="{ADBB2189-1EA4-47DD-9AD3-EF0460DC23B5}" dt="2026-03-17T09:42:32.267" v="348"/>
          <ac:spMkLst>
            <pc:docMk/>
            <pc:sldMk cId="2013017811" sldId="271"/>
            <ac:spMk id="45" creationId="{DDA1E40E-9E8E-6760-4F2C-A4C91C951B11}"/>
          </ac:spMkLst>
        </pc:spChg>
        <pc:spChg chg="mod">
          <ac:chgData name="知行 堀之内" userId="41da204072d300d1" providerId="LiveId" clId="{ADBB2189-1EA4-47DD-9AD3-EF0460DC23B5}" dt="2026-03-17T09:42:51.432" v="359" actId="207"/>
          <ac:spMkLst>
            <pc:docMk/>
            <pc:sldMk cId="2013017811" sldId="271"/>
            <ac:spMk id="47" creationId="{A30FCC4E-3B0F-A57B-21EF-0E67AE22AC61}"/>
          </ac:spMkLst>
        </pc:spChg>
        <pc:spChg chg="add mod">
          <ac:chgData name="知行 堀之内" userId="41da204072d300d1" providerId="LiveId" clId="{ADBB2189-1EA4-47DD-9AD3-EF0460DC23B5}" dt="2026-03-17T09:42:32.267" v="348"/>
          <ac:spMkLst>
            <pc:docMk/>
            <pc:sldMk cId="2013017811" sldId="271"/>
            <ac:spMk id="55" creationId="{F230062C-3D0F-F6CF-AFE0-2282A346B4C5}"/>
          </ac:spMkLst>
        </pc:spChg>
        <pc:spChg chg="add mod">
          <ac:chgData name="知行 堀之内" userId="41da204072d300d1" providerId="LiveId" clId="{ADBB2189-1EA4-47DD-9AD3-EF0460DC23B5}" dt="2026-03-17T09:42:32.267" v="348"/>
          <ac:spMkLst>
            <pc:docMk/>
            <pc:sldMk cId="2013017811" sldId="271"/>
            <ac:spMk id="58" creationId="{944A13EE-9E1D-A0DB-D425-2F5FE3F415D4}"/>
          </ac:spMkLst>
        </pc:spChg>
      </pc:sldChg>
      <pc:sldChg chg="addSp delSp modSp add mod">
        <pc:chgData name="知行 堀之内" userId="41da204072d300d1" providerId="LiveId" clId="{ADBB2189-1EA4-47DD-9AD3-EF0460DC23B5}" dt="2026-03-17T09:43:27.672" v="368" actId="22"/>
        <pc:sldMkLst>
          <pc:docMk/>
          <pc:sldMk cId="188432642" sldId="272"/>
        </pc:sldMkLst>
        <pc:spChg chg="add mod">
          <ac:chgData name="知行 堀之内" userId="41da204072d300d1" providerId="LiveId" clId="{ADBB2189-1EA4-47DD-9AD3-EF0460DC23B5}" dt="2026-03-17T09:43:11.289" v="363" actId="1076"/>
          <ac:spMkLst>
            <pc:docMk/>
            <pc:sldMk cId="188432642" sldId="272"/>
            <ac:spMk id="4" creationId="{FA5ADA28-1924-6C92-B588-DD14F2B7B7CD}"/>
          </ac:spMkLst>
        </pc:spChg>
        <pc:spChg chg="mod">
          <ac:chgData name="知行 堀之内" userId="41da204072d300d1" providerId="LiveId" clId="{ADBB2189-1EA4-47DD-9AD3-EF0460DC23B5}" dt="2026-03-17T09:43:23.666" v="366" actId="207"/>
          <ac:spMkLst>
            <pc:docMk/>
            <pc:sldMk cId="188432642" sldId="272"/>
            <ac:spMk id="6" creationId="{E6D21783-E495-C0E2-A32A-28378EB0D79A}"/>
          </ac:spMkLst>
        </pc:spChg>
        <pc:spChg chg="add mod">
          <ac:chgData name="知行 堀之内" userId="41da204072d300d1" providerId="LiveId" clId="{ADBB2189-1EA4-47DD-9AD3-EF0460DC23B5}" dt="2026-03-17T09:43:11.289" v="363" actId="1076"/>
          <ac:spMkLst>
            <pc:docMk/>
            <pc:sldMk cId="188432642" sldId="272"/>
            <ac:spMk id="10" creationId="{460FB0F4-E970-F13A-319B-94BA6C4EFE37}"/>
          </ac:spMkLst>
        </pc:spChg>
        <pc:spChg chg="add mod">
          <ac:chgData name="知行 堀之内" userId="41da204072d300d1" providerId="LiveId" clId="{ADBB2189-1EA4-47DD-9AD3-EF0460DC23B5}" dt="2026-03-17T09:43:11.289" v="363" actId="1076"/>
          <ac:spMkLst>
            <pc:docMk/>
            <pc:sldMk cId="188432642" sldId="272"/>
            <ac:spMk id="11" creationId="{E0D6C0F0-2717-64D9-5CF1-B5D81D5F210B}"/>
          </ac:spMkLst>
        </pc:spChg>
        <pc:spChg chg="add mod">
          <ac:chgData name="知行 堀之内" userId="41da204072d300d1" providerId="LiveId" clId="{ADBB2189-1EA4-47DD-9AD3-EF0460DC23B5}" dt="2026-03-17T09:43:11.289" v="363" actId="1076"/>
          <ac:spMkLst>
            <pc:docMk/>
            <pc:sldMk cId="188432642" sldId="272"/>
            <ac:spMk id="13" creationId="{C8E4AB1B-E23A-4460-4023-E5213D62B49D}"/>
          </ac:spMkLst>
        </pc:spChg>
        <pc:spChg chg="add mod">
          <ac:chgData name="知行 堀之内" userId="41da204072d300d1" providerId="LiveId" clId="{ADBB2189-1EA4-47DD-9AD3-EF0460DC23B5}" dt="2026-03-17T09:43:11.289" v="363" actId="1076"/>
          <ac:spMkLst>
            <pc:docMk/>
            <pc:sldMk cId="188432642" sldId="272"/>
            <ac:spMk id="16" creationId="{8456FB6F-08A1-5C8C-B1CF-F86C5D8BC98F}"/>
          </ac:spMkLst>
        </pc:spChg>
        <pc:spChg chg="add mod">
          <ac:chgData name="知行 堀之内" userId="41da204072d300d1" providerId="LiveId" clId="{ADBB2189-1EA4-47DD-9AD3-EF0460DC23B5}" dt="2026-03-17T09:43:11.289" v="363" actId="1076"/>
          <ac:spMkLst>
            <pc:docMk/>
            <pc:sldMk cId="188432642" sldId="272"/>
            <ac:spMk id="23" creationId="{9A78EAC1-977E-F5A6-1382-C8BCFB08ADCC}"/>
          </ac:spMkLst>
        </pc:spChg>
        <pc:spChg chg="del">
          <ac:chgData name="知行 堀之内" userId="41da204072d300d1" providerId="LiveId" clId="{ADBB2189-1EA4-47DD-9AD3-EF0460DC23B5}" dt="2026-03-17T09:43:02.215" v="361" actId="478"/>
          <ac:spMkLst>
            <pc:docMk/>
            <pc:sldMk cId="188432642" sldId="272"/>
            <ac:spMk id="25" creationId="{A5F3752B-6037-30E9-E72F-B9384D692A15}"/>
          </ac:spMkLst>
        </pc:spChg>
        <pc:spChg chg="add mod">
          <ac:chgData name="知行 堀之内" userId="41da204072d300d1" providerId="LiveId" clId="{ADBB2189-1EA4-47DD-9AD3-EF0460DC23B5}" dt="2026-03-17T09:43:11.289" v="363" actId="1076"/>
          <ac:spMkLst>
            <pc:docMk/>
            <pc:sldMk cId="188432642" sldId="272"/>
            <ac:spMk id="26" creationId="{5EA3E291-0CFD-D2BC-5D80-EA475B728FFC}"/>
          </ac:spMkLst>
        </pc:spChg>
        <pc:spChg chg="del">
          <ac:chgData name="知行 堀之内" userId="41da204072d300d1" providerId="LiveId" clId="{ADBB2189-1EA4-47DD-9AD3-EF0460DC23B5}" dt="2026-03-17T09:43:02.215" v="361" actId="478"/>
          <ac:spMkLst>
            <pc:docMk/>
            <pc:sldMk cId="188432642" sldId="272"/>
            <ac:spMk id="28" creationId="{C1E85E4D-E26D-950B-B46C-B3CC1FEEE090}"/>
          </ac:spMkLst>
        </pc:spChg>
        <pc:spChg chg="add mod">
          <ac:chgData name="知行 堀之内" userId="41da204072d300d1" providerId="LiveId" clId="{ADBB2189-1EA4-47DD-9AD3-EF0460DC23B5}" dt="2026-03-17T09:43:11.289" v="363" actId="1076"/>
          <ac:spMkLst>
            <pc:docMk/>
            <pc:sldMk cId="188432642" sldId="272"/>
            <ac:spMk id="32" creationId="{0528BB04-24F3-C2B9-3628-778328976164}"/>
          </ac:spMkLst>
        </pc:spChg>
        <pc:spChg chg="del">
          <ac:chgData name="知行 堀之内" userId="41da204072d300d1" providerId="LiveId" clId="{ADBB2189-1EA4-47DD-9AD3-EF0460DC23B5}" dt="2026-03-17T09:43:02.215" v="361" actId="478"/>
          <ac:spMkLst>
            <pc:docMk/>
            <pc:sldMk cId="188432642" sldId="272"/>
            <ac:spMk id="34" creationId="{759F41EB-44DA-6763-2221-A55C260231B1}"/>
          </ac:spMkLst>
        </pc:spChg>
        <pc:spChg chg="add mod">
          <ac:chgData name="知行 堀之内" userId="41da204072d300d1" providerId="LiveId" clId="{ADBB2189-1EA4-47DD-9AD3-EF0460DC23B5}" dt="2026-03-17T09:43:11.289" v="363" actId="1076"/>
          <ac:spMkLst>
            <pc:docMk/>
            <pc:sldMk cId="188432642" sldId="272"/>
            <ac:spMk id="36" creationId="{D08738C2-3CF0-8EB1-5917-5DBE9B37863F}"/>
          </ac:spMkLst>
        </pc:spChg>
        <pc:spChg chg="del">
          <ac:chgData name="知行 堀之内" userId="41da204072d300d1" providerId="LiveId" clId="{ADBB2189-1EA4-47DD-9AD3-EF0460DC23B5}" dt="2026-03-17T09:43:02.215" v="361" actId="478"/>
          <ac:spMkLst>
            <pc:docMk/>
            <pc:sldMk cId="188432642" sldId="272"/>
            <ac:spMk id="42" creationId="{1492A4C3-418A-AB18-87A4-1F018A3E7AB0}"/>
          </ac:spMkLst>
        </pc:spChg>
        <pc:spChg chg="del">
          <ac:chgData name="知行 堀之内" userId="41da204072d300d1" providerId="LiveId" clId="{ADBB2189-1EA4-47DD-9AD3-EF0460DC23B5}" dt="2026-03-17T09:43:02.215" v="361" actId="478"/>
          <ac:spMkLst>
            <pc:docMk/>
            <pc:sldMk cId="188432642" sldId="272"/>
            <ac:spMk id="48" creationId="{BFAB05D0-ABC1-244B-7BD0-5B71ED2B73EF}"/>
          </ac:spMkLst>
        </pc:spChg>
        <pc:spChg chg="del">
          <ac:chgData name="知行 堀之内" userId="41da204072d300d1" providerId="LiveId" clId="{ADBB2189-1EA4-47DD-9AD3-EF0460DC23B5}" dt="2026-03-17T09:43:02.215" v="361" actId="478"/>
          <ac:spMkLst>
            <pc:docMk/>
            <pc:sldMk cId="188432642" sldId="272"/>
            <ac:spMk id="54" creationId="{8EB0D06D-96A1-0D67-E4E0-0A6BCF022885}"/>
          </ac:spMkLst>
        </pc:spChg>
        <pc:spChg chg="del">
          <ac:chgData name="知行 堀之内" userId="41da204072d300d1" providerId="LiveId" clId="{ADBB2189-1EA4-47DD-9AD3-EF0460DC23B5}" dt="2026-03-17T09:43:02.215" v="361" actId="478"/>
          <ac:spMkLst>
            <pc:docMk/>
            <pc:sldMk cId="188432642" sldId="272"/>
            <ac:spMk id="57" creationId="{55706DFA-4BAA-781C-B97C-6E43E79DF21D}"/>
          </ac:spMkLst>
        </pc:spChg>
        <pc:spChg chg="del">
          <ac:chgData name="知行 堀之内" userId="41da204072d300d1" providerId="LiveId" clId="{ADBB2189-1EA4-47DD-9AD3-EF0460DC23B5}" dt="2026-03-17T09:43:02.215" v="361" actId="478"/>
          <ac:spMkLst>
            <pc:docMk/>
            <pc:sldMk cId="188432642" sldId="272"/>
            <ac:spMk id="60" creationId="{3E8581C3-7B95-B836-BF4B-6192531A04C6}"/>
          </ac:spMkLst>
        </pc:spChg>
        <pc:spChg chg="del">
          <ac:chgData name="知行 堀之内" userId="41da204072d300d1" providerId="LiveId" clId="{ADBB2189-1EA4-47DD-9AD3-EF0460DC23B5}" dt="2026-03-17T09:43:02.215" v="361" actId="478"/>
          <ac:spMkLst>
            <pc:docMk/>
            <pc:sldMk cId="188432642" sldId="272"/>
            <ac:spMk id="62" creationId="{A6499590-0E21-8516-03ED-D57BF6E59A52}"/>
          </ac:spMkLst>
        </pc:spChg>
        <pc:spChg chg="del">
          <ac:chgData name="知行 堀之内" userId="41da204072d300d1" providerId="LiveId" clId="{ADBB2189-1EA4-47DD-9AD3-EF0460DC23B5}" dt="2026-03-17T09:43:02.215" v="361" actId="478"/>
          <ac:spMkLst>
            <pc:docMk/>
            <pc:sldMk cId="188432642" sldId="272"/>
            <ac:spMk id="64" creationId="{34446AAA-C8FC-9480-FAEF-DCAB1A8C3BCF}"/>
          </ac:spMkLst>
        </pc:spChg>
        <pc:spChg chg="add mod">
          <ac:chgData name="知行 堀之内" userId="41da204072d300d1" providerId="LiveId" clId="{ADBB2189-1EA4-47DD-9AD3-EF0460DC23B5}" dt="2026-03-17T09:43:11.289" v="363" actId="1076"/>
          <ac:spMkLst>
            <pc:docMk/>
            <pc:sldMk cId="188432642" sldId="272"/>
            <ac:spMk id="68" creationId="{0C24C491-4EA4-9E2A-3F19-7544719777C1}"/>
          </ac:spMkLst>
        </pc:spChg>
        <pc:spChg chg="add del">
          <ac:chgData name="知行 堀之内" userId="41da204072d300d1" providerId="LiveId" clId="{ADBB2189-1EA4-47DD-9AD3-EF0460DC23B5}" dt="2026-03-17T09:43:27.672" v="368" actId="22"/>
          <ac:spMkLst>
            <pc:docMk/>
            <pc:sldMk cId="188432642" sldId="272"/>
            <ac:spMk id="71" creationId="{32656136-95D0-09A0-E925-61CD2C13E570}"/>
          </ac:spMkLst>
        </pc:spChg>
      </pc:sldChg>
      <pc:sldChg chg="addSp delSp modSp add mod">
        <pc:chgData name="知行 堀之内" userId="41da204072d300d1" providerId="LiveId" clId="{ADBB2189-1EA4-47DD-9AD3-EF0460DC23B5}" dt="2026-03-17T09:44:26.219" v="385" actId="478"/>
        <pc:sldMkLst>
          <pc:docMk/>
          <pc:sldMk cId="2372957402" sldId="273"/>
        </pc:sldMkLst>
        <pc:spChg chg="del">
          <ac:chgData name="知行 堀之内" userId="41da204072d300d1" providerId="LiveId" clId="{ADBB2189-1EA4-47DD-9AD3-EF0460DC23B5}" dt="2026-03-17T09:43:46.744" v="372" actId="478"/>
          <ac:spMkLst>
            <pc:docMk/>
            <pc:sldMk cId="2372957402" sldId="273"/>
            <ac:spMk id="2" creationId="{F82D0038-4359-E0C3-744E-A50B7FEAE8CB}"/>
          </ac:spMkLst>
        </pc:spChg>
        <pc:spChg chg="del">
          <ac:chgData name="知行 堀之内" userId="41da204072d300d1" providerId="LiveId" clId="{ADBB2189-1EA4-47DD-9AD3-EF0460DC23B5}" dt="2026-03-17T09:43:46.744" v="372" actId="478"/>
          <ac:spMkLst>
            <pc:docMk/>
            <pc:sldMk cId="2372957402" sldId="273"/>
            <ac:spMk id="5" creationId="{C2042E31-0A1F-A67C-549A-F7DA54107E9D}"/>
          </ac:spMkLst>
        </pc:spChg>
        <pc:spChg chg="mod">
          <ac:chgData name="知行 堀之内" userId="41da204072d300d1" providerId="LiveId" clId="{ADBB2189-1EA4-47DD-9AD3-EF0460DC23B5}" dt="2026-03-17T09:43:44.509" v="371" actId="207"/>
          <ac:spMkLst>
            <pc:docMk/>
            <pc:sldMk cId="2372957402" sldId="273"/>
            <ac:spMk id="6" creationId="{67FCD1CF-B020-4145-D588-059BD753D683}"/>
          </ac:spMkLst>
        </pc:spChg>
        <pc:spChg chg="del">
          <ac:chgData name="知行 堀之内" userId="41da204072d300d1" providerId="LiveId" clId="{ADBB2189-1EA4-47DD-9AD3-EF0460DC23B5}" dt="2026-03-17T09:43:46.744" v="372" actId="478"/>
          <ac:spMkLst>
            <pc:docMk/>
            <pc:sldMk cId="2372957402" sldId="273"/>
            <ac:spMk id="8" creationId="{2FD1B29B-2F8F-0F11-764E-A405A16EEEDA}"/>
          </ac:spMkLst>
        </pc:spChg>
        <pc:spChg chg="del">
          <ac:chgData name="知行 堀之内" userId="41da204072d300d1" providerId="LiveId" clId="{ADBB2189-1EA4-47DD-9AD3-EF0460DC23B5}" dt="2026-03-17T09:43:46.744" v="372" actId="478"/>
          <ac:spMkLst>
            <pc:docMk/>
            <pc:sldMk cId="2372957402" sldId="273"/>
            <ac:spMk id="10" creationId="{975F2048-6906-FBC8-A3A9-869F3284E8B9}"/>
          </ac:spMkLst>
        </pc:spChg>
        <pc:spChg chg="del">
          <ac:chgData name="知行 堀之内" userId="41da204072d300d1" providerId="LiveId" clId="{ADBB2189-1EA4-47DD-9AD3-EF0460DC23B5}" dt="2026-03-17T09:43:46.744" v="372" actId="478"/>
          <ac:spMkLst>
            <pc:docMk/>
            <pc:sldMk cId="2372957402" sldId="273"/>
            <ac:spMk id="13" creationId="{41DC4C88-40D3-0560-273D-7C17D6BE58BD}"/>
          </ac:spMkLst>
        </pc:spChg>
        <pc:spChg chg="del">
          <ac:chgData name="知行 堀之内" userId="41da204072d300d1" providerId="LiveId" clId="{ADBB2189-1EA4-47DD-9AD3-EF0460DC23B5}" dt="2026-03-17T09:43:46.744" v="372" actId="478"/>
          <ac:spMkLst>
            <pc:docMk/>
            <pc:sldMk cId="2372957402" sldId="273"/>
            <ac:spMk id="15" creationId="{FCE0A2CE-3248-D172-E03D-2F337DD2BAD3}"/>
          </ac:spMkLst>
        </pc:spChg>
        <pc:spChg chg="del">
          <ac:chgData name="知行 堀之内" userId="41da204072d300d1" providerId="LiveId" clId="{ADBB2189-1EA4-47DD-9AD3-EF0460DC23B5}" dt="2026-03-17T09:43:46.744" v="372" actId="478"/>
          <ac:spMkLst>
            <pc:docMk/>
            <pc:sldMk cId="2372957402" sldId="273"/>
            <ac:spMk id="17" creationId="{59797022-A562-ACB8-DF53-BD8AB38ECD77}"/>
          </ac:spMkLst>
        </pc:spChg>
        <pc:spChg chg="del">
          <ac:chgData name="知行 堀之内" userId="41da204072d300d1" providerId="LiveId" clId="{ADBB2189-1EA4-47DD-9AD3-EF0460DC23B5}" dt="2026-03-17T09:43:46.744" v="372" actId="478"/>
          <ac:spMkLst>
            <pc:docMk/>
            <pc:sldMk cId="2372957402" sldId="273"/>
            <ac:spMk id="18" creationId="{5A0A91CA-EB0E-133E-4101-5CF5C45EF286}"/>
          </ac:spMkLst>
        </pc:spChg>
        <pc:spChg chg="del">
          <ac:chgData name="知行 堀之内" userId="41da204072d300d1" providerId="LiveId" clId="{ADBB2189-1EA4-47DD-9AD3-EF0460DC23B5}" dt="2026-03-17T09:43:46.744" v="372" actId="478"/>
          <ac:spMkLst>
            <pc:docMk/>
            <pc:sldMk cId="2372957402" sldId="273"/>
            <ac:spMk id="26" creationId="{3F8E9572-30AA-07F2-B82D-D48F494809D4}"/>
          </ac:spMkLst>
        </pc:spChg>
        <pc:spChg chg="add del mod">
          <ac:chgData name="知行 堀之内" userId="41da204072d300d1" providerId="LiveId" clId="{ADBB2189-1EA4-47DD-9AD3-EF0460DC23B5}" dt="2026-03-17T09:44:12.387" v="377" actId="478"/>
          <ac:spMkLst>
            <pc:docMk/>
            <pc:sldMk cId="2372957402" sldId="273"/>
            <ac:spMk id="27" creationId="{1A5B2FD0-46E1-80CE-32C1-059A87BEF9A2}"/>
          </ac:spMkLst>
        </pc:spChg>
        <pc:spChg chg="add del mod">
          <ac:chgData name="知行 堀之内" userId="41da204072d300d1" providerId="LiveId" clId="{ADBB2189-1EA4-47DD-9AD3-EF0460DC23B5}" dt="2026-03-17T09:44:12.387" v="377" actId="478"/>
          <ac:spMkLst>
            <pc:docMk/>
            <pc:sldMk cId="2372957402" sldId="273"/>
            <ac:spMk id="30" creationId="{9FF229B5-6316-B904-0AF0-80BD336B7397}"/>
          </ac:spMkLst>
        </pc:spChg>
        <pc:spChg chg="del">
          <ac:chgData name="知行 堀之内" userId="41da204072d300d1" providerId="LiveId" clId="{ADBB2189-1EA4-47DD-9AD3-EF0460DC23B5}" dt="2026-03-17T09:43:46.744" v="372" actId="478"/>
          <ac:spMkLst>
            <pc:docMk/>
            <pc:sldMk cId="2372957402" sldId="273"/>
            <ac:spMk id="32" creationId="{9F174754-4299-EF41-9E2C-152606DCF91E}"/>
          </ac:spMkLst>
        </pc:spChg>
        <pc:spChg chg="add del mod">
          <ac:chgData name="知行 堀之内" userId="41da204072d300d1" providerId="LiveId" clId="{ADBB2189-1EA4-47DD-9AD3-EF0460DC23B5}" dt="2026-03-17T09:44:12.387" v="377" actId="478"/>
          <ac:spMkLst>
            <pc:docMk/>
            <pc:sldMk cId="2372957402" sldId="273"/>
            <ac:spMk id="34" creationId="{B43E6812-E9A7-8494-2A93-F31C51E0E1A6}"/>
          </ac:spMkLst>
        </pc:spChg>
        <pc:spChg chg="add del mod">
          <ac:chgData name="知行 堀之内" userId="41da204072d300d1" providerId="LiveId" clId="{ADBB2189-1EA4-47DD-9AD3-EF0460DC23B5}" dt="2026-03-17T09:44:12.387" v="377" actId="478"/>
          <ac:spMkLst>
            <pc:docMk/>
            <pc:sldMk cId="2372957402" sldId="273"/>
            <ac:spMk id="37" creationId="{B1725841-47A7-8716-1F01-24FC16C4A34A}"/>
          </ac:spMkLst>
        </pc:spChg>
        <pc:spChg chg="add del mod">
          <ac:chgData name="知行 堀之内" userId="41da204072d300d1" providerId="LiveId" clId="{ADBB2189-1EA4-47DD-9AD3-EF0460DC23B5}" dt="2026-03-17T09:44:12.387" v="377" actId="478"/>
          <ac:spMkLst>
            <pc:docMk/>
            <pc:sldMk cId="2372957402" sldId="273"/>
            <ac:spMk id="41" creationId="{140DB904-6323-3F8A-FEE8-2CCBF3D3A922}"/>
          </ac:spMkLst>
        </pc:spChg>
        <pc:spChg chg="add del mod">
          <ac:chgData name="知行 堀之内" userId="41da204072d300d1" providerId="LiveId" clId="{ADBB2189-1EA4-47DD-9AD3-EF0460DC23B5}" dt="2026-03-17T09:44:12.387" v="377" actId="478"/>
          <ac:spMkLst>
            <pc:docMk/>
            <pc:sldMk cId="2372957402" sldId="273"/>
            <ac:spMk id="42" creationId="{891C0FBF-2F3E-1937-400B-76FCBB04176E}"/>
          </ac:spMkLst>
        </pc:spChg>
        <pc:spChg chg="add del mod">
          <ac:chgData name="知行 堀之内" userId="41da204072d300d1" providerId="LiveId" clId="{ADBB2189-1EA4-47DD-9AD3-EF0460DC23B5}" dt="2026-03-17T09:44:12.387" v="377" actId="478"/>
          <ac:spMkLst>
            <pc:docMk/>
            <pc:sldMk cId="2372957402" sldId="273"/>
            <ac:spMk id="43" creationId="{2AD0D46A-CAAB-AA27-ADEE-91029A1DDB75}"/>
          </ac:spMkLst>
        </pc:spChg>
        <pc:spChg chg="del">
          <ac:chgData name="知行 堀之内" userId="41da204072d300d1" providerId="LiveId" clId="{ADBB2189-1EA4-47DD-9AD3-EF0460DC23B5}" dt="2026-03-17T09:44:12.387" v="377" actId="478"/>
          <ac:spMkLst>
            <pc:docMk/>
            <pc:sldMk cId="2372957402" sldId="273"/>
            <ac:spMk id="44" creationId="{4B796F7E-78B8-34B6-E8EF-8179D46400A2}"/>
          </ac:spMkLst>
        </pc:spChg>
        <pc:spChg chg="add del mod">
          <ac:chgData name="知行 堀之内" userId="41da204072d300d1" providerId="LiveId" clId="{ADBB2189-1EA4-47DD-9AD3-EF0460DC23B5}" dt="2026-03-17T09:44:12.387" v="377" actId="478"/>
          <ac:spMkLst>
            <pc:docMk/>
            <pc:sldMk cId="2372957402" sldId="273"/>
            <ac:spMk id="45" creationId="{02575FF4-1E6A-7055-9A48-0961EBF9CA17}"/>
          </ac:spMkLst>
        </pc:spChg>
        <pc:spChg chg="add del mod">
          <ac:chgData name="知行 堀之内" userId="41da204072d300d1" providerId="LiveId" clId="{ADBB2189-1EA4-47DD-9AD3-EF0460DC23B5}" dt="2026-03-17T09:44:12.387" v="377" actId="478"/>
          <ac:spMkLst>
            <pc:docMk/>
            <pc:sldMk cId="2372957402" sldId="273"/>
            <ac:spMk id="49" creationId="{423BE164-40E1-C034-9073-03211931F87A}"/>
          </ac:spMkLst>
        </pc:spChg>
        <pc:spChg chg="add del mod">
          <ac:chgData name="知行 堀之内" userId="41da204072d300d1" providerId="LiveId" clId="{ADBB2189-1EA4-47DD-9AD3-EF0460DC23B5}" dt="2026-03-17T09:43:58.850" v="376" actId="478"/>
          <ac:spMkLst>
            <pc:docMk/>
            <pc:sldMk cId="2372957402" sldId="273"/>
            <ac:spMk id="51" creationId="{151448F9-705A-CC35-5879-E2B3BB3FBEA1}"/>
          </ac:spMkLst>
        </pc:spChg>
        <pc:spChg chg="add mod">
          <ac:chgData name="知行 堀之内" userId="41da204072d300d1" providerId="LiveId" clId="{ADBB2189-1EA4-47DD-9AD3-EF0460DC23B5}" dt="2026-03-17T09:44:15.559" v="379" actId="1076"/>
          <ac:spMkLst>
            <pc:docMk/>
            <pc:sldMk cId="2372957402" sldId="273"/>
            <ac:spMk id="52" creationId="{DC583F33-97CE-C110-EF9A-FD0E86893920}"/>
          </ac:spMkLst>
        </pc:spChg>
        <pc:spChg chg="add mod">
          <ac:chgData name="知行 堀之内" userId="41da204072d300d1" providerId="LiveId" clId="{ADBB2189-1EA4-47DD-9AD3-EF0460DC23B5}" dt="2026-03-17T09:44:15.559" v="379" actId="1076"/>
          <ac:spMkLst>
            <pc:docMk/>
            <pc:sldMk cId="2372957402" sldId="273"/>
            <ac:spMk id="53" creationId="{9375FE0B-0191-F7B7-DC12-B92EC7417A53}"/>
          </ac:spMkLst>
        </pc:spChg>
        <pc:spChg chg="add mod">
          <ac:chgData name="知行 堀之内" userId="41da204072d300d1" providerId="LiveId" clId="{ADBB2189-1EA4-47DD-9AD3-EF0460DC23B5}" dt="2026-03-17T09:44:15.559" v="379" actId="1076"/>
          <ac:spMkLst>
            <pc:docMk/>
            <pc:sldMk cId="2372957402" sldId="273"/>
            <ac:spMk id="59" creationId="{AE59F70C-BDD0-9B41-D454-2C300469F185}"/>
          </ac:spMkLst>
        </pc:spChg>
        <pc:spChg chg="del">
          <ac:chgData name="知行 堀之内" userId="41da204072d300d1" providerId="LiveId" clId="{ADBB2189-1EA4-47DD-9AD3-EF0460DC23B5}" dt="2026-03-17T09:44:17.472" v="380" actId="478"/>
          <ac:spMkLst>
            <pc:docMk/>
            <pc:sldMk cId="2372957402" sldId="273"/>
            <ac:spMk id="62" creationId="{5D62A6CF-E793-1A7F-FCD7-2A961C5EA4CA}"/>
          </ac:spMkLst>
        </pc:spChg>
        <pc:spChg chg="add mod">
          <ac:chgData name="知行 堀之内" userId="41da204072d300d1" providerId="LiveId" clId="{ADBB2189-1EA4-47DD-9AD3-EF0460DC23B5}" dt="2026-03-17T09:44:15.559" v="379" actId="1076"/>
          <ac:spMkLst>
            <pc:docMk/>
            <pc:sldMk cId="2372957402" sldId="273"/>
            <ac:spMk id="63" creationId="{FAF749C1-0099-8FAC-C899-D5624F9BBBC7}"/>
          </ac:spMkLst>
        </pc:spChg>
        <pc:spChg chg="add mod">
          <ac:chgData name="知行 堀之内" userId="41da204072d300d1" providerId="LiveId" clId="{ADBB2189-1EA4-47DD-9AD3-EF0460DC23B5}" dt="2026-03-17T09:44:15.559" v="379" actId="1076"/>
          <ac:spMkLst>
            <pc:docMk/>
            <pc:sldMk cId="2372957402" sldId="273"/>
            <ac:spMk id="66" creationId="{358BD66B-8FFA-911D-4733-B025B0FF745B}"/>
          </ac:spMkLst>
        </pc:spChg>
        <pc:spChg chg="add mod">
          <ac:chgData name="知行 堀之内" userId="41da204072d300d1" providerId="LiveId" clId="{ADBB2189-1EA4-47DD-9AD3-EF0460DC23B5}" dt="2026-03-17T09:44:15.559" v="379" actId="1076"/>
          <ac:spMkLst>
            <pc:docMk/>
            <pc:sldMk cId="2372957402" sldId="273"/>
            <ac:spMk id="70" creationId="{99210A38-7BDC-8D75-CB98-6ACA5FD68791}"/>
          </ac:spMkLst>
        </pc:spChg>
        <pc:spChg chg="add mod">
          <ac:chgData name="知行 堀之内" userId="41da204072d300d1" providerId="LiveId" clId="{ADBB2189-1EA4-47DD-9AD3-EF0460DC23B5}" dt="2026-03-17T09:44:15.559" v="379" actId="1076"/>
          <ac:spMkLst>
            <pc:docMk/>
            <pc:sldMk cId="2372957402" sldId="273"/>
            <ac:spMk id="71" creationId="{ECDA551A-0FF7-5AD7-09D0-B8E99D0847B5}"/>
          </ac:spMkLst>
        </pc:spChg>
        <pc:spChg chg="add del mod">
          <ac:chgData name="知行 堀之内" userId="41da204072d300d1" providerId="LiveId" clId="{ADBB2189-1EA4-47DD-9AD3-EF0460DC23B5}" dt="2026-03-17T09:44:18.202" v="381" actId="478"/>
          <ac:spMkLst>
            <pc:docMk/>
            <pc:sldMk cId="2372957402" sldId="273"/>
            <ac:spMk id="72" creationId="{195865C1-F69D-594E-FCF4-CE42AB8B208D}"/>
          </ac:spMkLst>
        </pc:spChg>
        <pc:spChg chg="del">
          <ac:chgData name="知行 堀之内" userId="41da204072d300d1" providerId="LiveId" clId="{ADBB2189-1EA4-47DD-9AD3-EF0460DC23B5}" dt="2026-03-17T09:44:19.425" v="382" actId="478"/>
          <ac:spMkLst>
            <pc:docMk/>
            <pc:sldMk cId="2372957402" sldId="273"/>
            <ac:spMk id="73" creationId="{55635C7F-65AC-C8EC-2886-D49562AEE051}"/>
          </ac:spMkLst>
        </pc:spChg>
        <pc:spChg chg="add mod">
          <ac:chgData name="知行 堀之内" userId="41da204072d300d1" providerId="LiveId" clId="{ADBB2189-1EA4-47DD-9AD3-EF0460DC23B5}" dt="2026-03-17T09:44:15.559" v="379" actId="1076"/>
          <ac:spMkLst>
            <pc:docMk/>
            <pc:sldMk cId="2372957402" sldId="273"/>
            <ac:spMk id="74" creationId="{E68F7FEF-8C66-F17B-1DFC-13AF4E4842CF}"/>
          </ac:spMkLst>
        </pc:spChg>
        <pc:spChg chg="add mod">
          <ac:chgData name="知行 堀之内" userId="41da204072d300d1" providerId="LiveId" clId="{ADBB2189-1EA4-47DD-9AD3-EF0460DC23B5}" dt="2026-03-17T09:44:15.559" v="379" actId="1076"/>
          <ac:spMkLst>
            <pc:docMk/>
            <pc:sldMk cId="2372957402" sldId="273"/>
            <ac:spMk id="75" creationId="{91637A4E-B845-1AE4-B00E-D6B319FE3A43}"/>
          </ac:spMkLst>
        </pc:spChg>
        <pc:spChg chg="del">
          <ac:chgData name="知行 堀之内" userId="41da204072d300d1" providerId="LiveId" clId="{ADBB2189-1EA4-47DD-9AD3-EF0460DC23B5}" dt="2026-03-17T09:44:25.239" v="384" actId="478"/>
          <ac:spMkLst>
            <pc:docMk/>
            <pc:sldMk cId="2372957402" sldId="273"/>
            <ac:spMk id="80" creationId="{E9A72DC5-8BBB-3E5B-3A8F-23D86B6B4E39}"/>
          </ac:spMkLst>
        </pc:spChg>
        <pc:spChg chg="del mod">
          <ac:chgData name="知行 堀之内" userId="41da204072d300d1" providerId="LiveId" clId="{ADBB2189-1EA4-47DD-9AD3-EF0460DC23B5}" dt="2026-03-17T09:44:26.219" v="385" actId="478"/>
          <ac:spMkLst>
            <pc:docMk/>
            <pc:sldMk cId="2372957402" sldId="273"/>
            <ac:spMk id="81" creationId="{F78D257F-B79D-8175-C228-CE0432A357FB}"/>
          </ac:spMkLst>
        </pc:spChg>
      </pc:sldChg>
      <pc:sldChg chg="addSp delSp modSp add del mod">
        <pc:chgData name="知行 堀之内" userId="41da204072d300d1" providerId="LiveId" clId="{ADBB2189-1EA4-47DD-9AD3-EF0460DC23B5}" dt="2026-03-17T09:46:04.319" v="411" actId="47"/>
        <pc:sldMkLst>
          <pc:docMk/>
          <pc:sldMk cId="1758727056" sldId="274"/>
        </pc:sldMkLst>
        <pc:spChg chg="add mod">
          <ac:chgData name="知行 堀之内" userId="41da204072d300d1" providerId="LiveId" clId="{ADBB2189-1EA4-47DD-9AD3-EF0460DC23B5}" dt="2026-03-17T09:44:59.014" v="399"/>
          <ac:spMkLst>
            <pc:docMk/>
            <pc:sldMk cId="1758727056" sldId="274"/>
            <ac:spMk id="2" creationId="{C06C8346-BE72-CE96-F74D-CDD5E12D6FAD}"/>
          </ac:spMkLst>
        </pc:spChg>
        <pc:spChg chg="add mod">
          <ac:chgData name="知行 堀之内" userId="41da204072d300d1" providerId="LiveId" clId="{ADBB2189-1EA4-47DD-9AD3-EF0460DC23B5}" dt="2026-03-17T09:44:59.014" v="399"/>
          <ac:spMkLst>
            <pc:docMk/>
            <pc:sldMk cId="1758727056" sldId="274"/>
            <ac:spMk id="3" creationId="{076D536C-ECDA-953A-A4F6-C72F4815D736}"/>
          </ac:spMkLst>
        </pc:spChg>
        <pc:spChg chg="add mod">
          <ac:chgData name="知行 堀之内" userId="41da204072d300d1" providerId="LiveId" clId="{ADBB2189-1EA4-47DD-9AD3-EF0460DC23B5}" dt="2026-03-17T09:44:59.014" v="399"/>
          <ac:spMkLst>
            <pc:docMk/>
            <pc:sldMk cId="1758727056" sldId="274"/>
            <ac:spMk id="4" creationId="{6D2A452B-F668-9EC2-426D-DFDA92CA70A1}"/>
          </ac:spMkLst>
        </pc:spChg>
        <pc:spChg chg="mod">
          <ac:chgData name="知行 堀之内" userId="41da204072d300d1" providerId="LiveId" clId="{ADBB2189-1EA4-47DD-9AD3-EF0460DC23B5}" dt="2026-03-17T09:44:43.877" v="396" actId="20577"/>
          <ac:spMkLst>
            <pc:docMk/>
            <pc:sldMk cId="1758727056" sldId="274"/>
            <ac:spMk id="6" creationId="{F33A09B4-FC39-BCF2-3F84-62A163C2FCE9}"/>
          </ac:spMkLst>
        </pc:spChg>
        <pc:spChg chg="add mod">
          <ac:chgData name="知行 堀之内" userId="41da204072d300d1" providerId="LiveId" clId="{ADBB2189-1EA4-47DD-9AD3-EF0460DC23B5}" dt="2026-03-17T09:44:59.014" v="399"/>
          <ac:spMkLst>
            <pc:docMk/>
            <pc:sldMk cId="1758727056" sldId="274"/>
            <ac:spMk id="10" creationId="{0F2421E0-3AF7-02D4-68DA-5A10F02D8AA1}"/>
          </ac:spMkLst>
        </pc:spChg>
        <pc:spChg chg="add mod">
          <ac:chgData name="知行 堀之内" userId="41da204072d300d1" providerId="LiveId" clId="{ADBB2189-1EA4-47DD-9AD3-EF0460DC23B5}" dt="2026-03-17T09:44:59.014" v="399"/>
          <ac:spMkLst>
            <pc:docMk/>
            <pc:sldMk cId="1758727056" sldId="274"/>
            <ac:spMk id="12" creationId="{78183AFE-7CF4-B3CA-E1AC-3A1AF2CDC8A5}"/>
          </ac:spMkLst>
        </pc:spChg>
        <pc:spChg chg="add mod">
          <ac:chgData name="知行 堀之内" userId="41da204072d300d1" providerId="LiveId" clId="{ADBB2189-1EA4-47DD-9AD3-EF0460DC23B5}" dt="2026-03-17T09:44:59.014" v="399"/>
          <ac:spMkLst>
            <pc:docMk/>
            <pc:sldMk cId="1758727056" sldId="274"/>
            <ac:spMk id="13" creationId="{A94105A5-D56B-AA49-3F72-AFE60E1843BF}"/>
          </ac:spMkLst>
        </pc:spChg>
        <pc:spChg chg="add mod">
          <ac:chgData name="知行 堀之内" userId="41da204072d300d1" providerId="LiveId" clId="{ADBB2189-1EA4-47DD-9AD3-EF0460DC23B5}" dt="2026-03-17T09:44:59.014" v="399"/>
          <ac:spMkLst>
            <pc:docMk/>
            <pc:sldMk cId="1758727056" sldId="274"/>
            <ac:spMk id="14" creationId="{55496B8F-40BD-EA1A-E17B-5D04D59BF23C}"/>
          </ac:spMkLst>
        </pc:spChg>
        <pc:spChg chg="add mod">
          <ac:chgData name="知行 堀之内" userId="41da204072d300d1" providerId="LiveId" clId="{ADBB2189-1EA4-47DD-9AD3-EF0460DC23B5}" dt="2026-03-17T09:44:59.014" v="399"/>
          <ac:spMkLst>
            <pc:docMk/>
            <pc:sldMk cId="1758727056" sldId="274"/>
            <ac:spMk id="18" creationId="{6B4818A3-8DC8-902C-8624-01D17030B596}"/>
          </ac:spMkLst>
        </pc:spChg>
        <pc:spChg chg="add mod">
          <ac:chgData name="知行 堀之内" userId="41da204072d300d1" providerId="LiveId" clId="{ADBB2189-1EA4-47DD-9AD3-EF0460DC23B5}" dt="2026-03-17T09:44:59.014" v="399"/>
          <ac:spMkLst>
            <pc:docMk/>
            <pc:sldMk cId="1758727056" sldId="274"/>
            <ac:spMk id="20" creationId="{EB5EC65B-FC64-3B39-278F-9BA042ECF631}"/>
          </ac:spMkLst>
        </pc:spChg>
        <pc:spChg chg="add mod">
          <ac:chgData name="知行 堀之内" userId="41da204072d300d1" providerId="LiveId" clId="{ADBB2189-1EA4-47DD-9AD3-EF0460DC23B5}" dt="2026-03-17T09:44:59.014" v="399"/>
          <ac:spMkLst>
            <pc:docMk/>
            <pc:sldMk cId="1758727056" sldId="274"/>
            <ac:spMk id="22" creationId="{B1C1D6E3-698A-8AB8-AB61-CF8EAF595EE7}"/>
          </ac:spMkLst>
        </pc:spChg>
        <pc:spChg chg="add del mod">
          <ac:chgData name="知行 堀之内" userId="41da204072d300d1" providerId="LiveId" clId="{ADBB2189-1EA4-47DD-9AD3-EF0460DC23B5}" dt="2026-03-17T09:46:01.953" v="410" actId="478"/>
          <ac:spMkLst>
            <pc:docMk/>
            <pc:sldMk cId="1758727056" sldId="274"/>
            <ac:spMk id="23" creationId="{20CDA132-419B-3A78-90F9-5D27B55AB9D1}"/>
          </ac:spMkLst>
        </pc:spChg>
        <pc:spChg chg="add del mod">
          <ac:chgData name="知行 堀之内" userId="41da204072d300d1" providerId="LiveId" clId="{ADBB2189-1EA4-47DD-9AD3-EF0460DC23B5}" dt="2026-03-17T09:46:01.953" v="410" actId="478"/>
          <ac:spMkLst>
            <pc:docMk/>
            <pc:sldMk cId="1758727056" sldId="274"/>
            <ac:spMk id="25" creationId="{7ED40447-90C8-FE06-607E-06170CFD4A20}"/>
          </ac:spMkLst>
        </pc:spChg>
        <pc:spChg chg="mod">
          <ac:chgData name="知行 堀之内" userId="41da204072d300d1" providerId="LiveId" clId="{ADBB2189-1EA4-47DD-9AD3-EF0460DC23B5}" dt="2026-03-17T09:45:21.385" v="404" actId="207"/>
          <ac:spMkLst>
            <pc:docMk/>
            <pc:sldMk cId="1758727056" sldId="274"/>
            <ac:spMk id="26" creationId="{7B497F87-BE7D-98B8-C4BA-83515907FCB6}"/>
          </ac:spMkLst>
        </pc:spChg>
        <pc:spChg chg="add del mod">
          <ac:chgData name="知行 堀之内" userId="41da204072d300d1" providerId="LiveId" clId="{ADBB2189-1EA4-47DD-9AD3-EF0460DC23B5}" dt="2026-03-17T09:46:01.953" v="410" actId="478"/>
          <ac:spMkLst>
            <pc:docMk/>
            <pc:sldMk cId="1758727056" sldId="274"/>
            <ac:spMk id="29" creationId="{FEE800EB-B3F7-84F3-C8A2-1EF9426D51D7}"/>
          </ac:spMkLst>
        </pc:spChg>
        <pc:spChg chg="add del mod">
          <ac:chgData name="知行 堀之内" userId="41da204072d300d1" providerId="LiveId" clId="{ADBB2189-1EA4-47DD-9AD3-EF0460DC23B5}" dt="2026-03-17T09:46:01.953" v="410" actId="478"/>
          <ac:spMkLst>
            <pc:docMk/>
            <pc:sldMk cId="1758727056" sldId="274"/>
            <ac:spMk id="30" creationId="{3F209A1B-16B8-37EF-AF0B-891A8F1CB475}"/>
          </ac:spMkLst>
        </pc:spChg>
        <pc:spChg chg="add del mod">
          <ac:chgData name="知行 堀之内" userId="41da204072d300d1" providerId="LiveId" clId="{ADBB2189-1EA4-47DD-9AD3-EF0460DC23B5}" dt="2026-03-17T09:46:01.953" v="410" actId="478"/>
          <ac:spMkLst>
            <pc:docMk/>
            <pc:sldMk cId="1758727056" sldId="274"/>
            <ac:spMk id="31" creationId="{1A671422-C091-4852-4D00-30D08ADE138D}"/>
          </ac:spMkLst>
        </pc:spChg>
        <pc:spChg chg="add del mod">
          <ac:chgData name="知行 堀之内" userId="41da204072d300d1" providerId="LiveId" clId="{ADBB2189-1EA4-47DD-9AD3-EF0460DC23B5}" dt="2026-03-17T09:46:01.953" v="410" actId="478"/>
          <ac:spMkLst>
            <pc:docMk/>
            <pc:sldMk cId="1758727056" sldId="274"/>
            <ac:spMk id="32" creationId="{CD74348E-7415-677B-2D52-EFF31541E4A3}"/>
          </ac:spMkLst>
        </pc:spChg>
        <pc:spChg chg="add del mod">
          <ac:chgData name="知行 堀之内" userId="41da204072d300d1" providerId="LiveId" clId="{ADBB2189-1EA4-47DD-9AD3-EF0460DC23B5}" dt="2026-03-17T09:46:01.953" v="410" actId="478"/>
          <ac:spMkLst>
            <pc:docMk/>
            <pc:sldMk cId="1758727056" sldId="274"/>
            <ac:spMk id="33" creationId="{219EE4F9-D90A-5967-8C41-42571FAA1DE9}"/>
          </ac:spMkLst>
        </pc:spChg>
        <pc:spChg chg="mod">
          <ac:chgData name="知行 堀之内" userId="41da204072d300d1" providerId="LiveId" clId="{ADBB2189-1EA4-47DD-9AD3-EF0460DC23B5}" dt="2026-03-17T09:45:39.574" v="407" actId="207"/>
          <ac:spMkLst>
            <pc:docMk/>
            <pc:sldMk cId="1758727056" sldId="274"/>
            <ac:spMk id="34" creationId="{692164E1-25A1-4CB6-0274-1F6C156A4D31}"/>
          </ac:spMkLst>
        </pc:spChg>
        <pc:spChg chg="add del mod">
          <ac:chgData name="知行 堀之内" userId="41da204072d300d1" providerId="LiveId" clId="{ADBB2189-1EA4-47DD-9AD3-EF0460DC23B5}" dt="2026-03-17T09:46:01.953" v="410" actId="478"/>
          <ac:spMkLst>
            <pc:docMk/>
            <pc:sldMk cId="1758727056" sldId="274"/>
            <ac:spMk id="38" creationId="{6CBD867C-0362-A4F6-FC65-9A2A58A088CD}"/>
          </ac:spMkLst>
        </pc:spChg>
        <pc:spChg chg="add del mod">
          <ac:chgData name="知行 堀之内" userId="41da204072d300d1" providerId="LiveId" clId="{ADBB2189-1EA4-47DD-9AD3-EF0460DC23B5}" dt="2026-03-17T09:46:01.953" v="410" actId="478"/>
          <ac:spMkLst>
            <pc:docMk/>
            <pc:sldMk cId="1758727056" sldId="274"/>
            <ac:spMk id="41" creationId="{99A9C407-CFAD-E058-6033-1EE2CB376E41}"/>
          </ac:spMkLst>
        </pc:spChg>
        <pc:spChg chg="add del mod">
          <ac:chgData name="知行 堀之内" userId="41da204072d300d1" providerId="LiveId" clId="{ADBB2189-1EA4-47DD-9AD3-EF0460DC23B5}" dt="2026-03-17T09:46:01.953" v="410" actId="478"/>
          <ac:spMkLst>
            <pc:docMk/>
            <pc:sldMk cId="1758727056" sldId="274"/>
            <ac:spMk id="42" creationId="{D67DD4E9-4B38-DBFA-3B78-7DC9F73AC6EF}"/>
          </ac:spMkLst>
        </pc:spChg>
        <pc:spChg chg="del">
          <ac:chgData name="知行 堀之内" userId="41da204072d300d1" providerId="LiveId" clId="{ADBB2189-1EA4-47DD-9AD3-EF0460DC23B5}" dt="2026-03-17T09:44:53.327" v="398" actId="478"/>
          <ac:spMkLst>
            <pc:docMk/>
            <pc:sldMk cId="1758727056" sldId="274"/>
            <ac:spMk id="52" creationId="{D51F5320-DA6F-59BE-CCED-0A443FF306E8}"/>
          </ac:spMkLst>
        </pc:spChg>
        <pc:spChg chg="del">
          <ac:chgData name="知行 堀之内" userId="41da204072d300d1" providerId="LiveId" clId="{ADBB2189-1EA4-47DD-9AD3-EF0460DC23B5}" dt="2026-03-17T09:44:53.327" v="398" actId="478"/>
          <ac:spMkLst>
            <pc:docMk/>
            <pc:sldMk cId="1758727056" sldId="274"/>
            <ac:spMk id="53" creationId="{CEAF8331-F4AC-411F-A500-45BFE7F7B7B5}"/>
          </ac:spMkLst>
        </pc:spChg>
        <pc:spChg chg="del">
          <ac:chgData name="知行 堀之内" userId="41da204072d300d1" providerId="LiveId" clId="{ADBB2189-1EA4-47DD-9AD3-EF0460DC23B5}" dt="2026-03-17T09:44:53.327" v="398" actId="478"/>
          <ac:spMkLst>
            <pc:docMk/>
            <pc:sldMk cId="1758727056" sldId="274"/>
            <ac:spMk id="54" creationId="{58B3A72E-D809-F426-3C20-057C41CCDEC8}"/>
          </ac:spMkLst>
        </pc:spChg>
        <pc:spChg chg="del">
          <ac:chgData name="知行 堀之内" userId="41da204072d300d1" providerId="LiveId" clId="{ADBB2189-1EA4-47DD-9AD3-EF0460DC23B5}" dt="2026-03-17T09:44:53.327" v="398" actId="478"/>
          <ac:spMkLst>
            <pc:docMk/>
            <pc:sldMk cId="1758727056" sldId="274"/>
            <ac:spMk id="56" creationId="{0CFDC873-C32F-45B9-F590-44925C9AFCBC}"/>
          </ac:spMkLst>
        </pc:spChg>
        <pc:spChg chg="del mod">
          <ac:chgData name="知行 堀之内" userId="41da204072d300d1" providerId="LiveId" clId="{ADBB2189-1EA4-47DD-9AD3-EF0460DC23B5}" dt="2026-03-17T09:44:53.327" v="398" actId="478"/>
          <ac:spMkLst>
            <pc:docMk/>
            <pc:sldMk cId="1758727056" sldId="274"/>
            <ac:spMk id="59" creationId="{917A9702-E074-40DD-26F0-34CEFDC027C2}"/>
          </ac:spMkLst>
        </pc:spChg>
        <pc:spChg chg="del">
          <ac:chgData name="知行 堀之内" userId="41da204072d300d1" providerId="LiveId" clId="{ADBB2189-1EA4-47DD-9AD3-EF0460DC23B5}" dt="2026-03-17T09:44:53.327" v="398" actId="478"/>
          <ac:spMkLst>
            <pc:docMk/>
            <pc:sldMk cId="1758727056" sldId="274"/>
            <ac:spMk id="63" creationId="{07C6F6F9-113D-6E16-A8E6-EF5E6FD51CC7}"/>
          </ac:spMkLst>
        </pc:spChg>
        <pc:spChg chg="del">
          <ac:chgData name="知行 堀之内" userId="41da204072d300d1" providerId="LiveId" clId="{ADBB2189-1EA4-47DD-9AD3-EF0460DC23B5}" dt="2026-03-17T09:44:53.327" v="398" actId="478"/>
          <ac:spMkLst>
            <pc:docMk/>
            <pc:sldMk cId="1758727056" sldId="274"/>
            <ac:spMk id="65" creationId="{AEFA2649-395F-2CA6-07D4-7059BCA69C26}"/>
          </ac:spMkLst>
        </pc:spChg>
        <pc:spChg chg="del">
          <ac:chgData name="知行 堀之内" userId="41da204072d300d1" providerId="LiveId" clId="{ADBB2189-1EA4-47DD-9AD3-EF0460DC23B5}" dt="2026-03-17T09:44:53.327" v="398" actId="478"/>
          <ac:spMkLst>
            <pc:docMk/>
            <pc:sldMk cId="1758727056" sldId="274"/>
            <ac:spMk id="67" creationId="{3555D9F4-612C-AF50-0A46-15B97C74A11A}"/>
          </ac:spMkLst>
        </pc:spChg>
        <pc:spChg chg="del">
          <ac:chgData name="知行 堀之内" userId="41da204072d300d1" providerId="LiveId" clId="{ADBB2189-1EA4-47DD-9AD3-EF0460DC23B5}" dt="2026-03-17T09:44:53.327" v="398" actId="478"/>
          <ac:spMkLst>
            <pc:docMk/>
            <pc:sldMk cId="1758727056" sldId="274"/>
            <ac:spMk id="75" creationId="{6D466ACB-5E58-7F4B-8186-EB44C6A8DAE6}"/>
          </ac:spMkLst>
        </pc:spChg>
        <pc:spChg chg="del">
          <ac:chgData name="知行 堀之内" userId="41da204072d300d1" providerId="LiveId" clId="{ADBB2189-1EA4-47DD-9AD3-EF0460DC23B5}" dt="2026-03-17T09:44:53.327" v="398" actId="478"/>
          <ac:spMkLst>
            <pc:docMk/>
            <pc:sldMk cId="1758727056" sldId="274"/>
            <ac:spMk id="77" creationId="{755B9381-E122-9D77-07D4-077F88A586D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830A86-1025-41EC-965E-96557F931730}" type="datetimeFigureOut">
              <a:rPr kumimoji="1" lang="ja-JP" altLang="en-US" smtClean="0"/>
              <a:pPr/>
              <a:t>2026/3/17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D9AD47-97AE-4473-BBA1-94240F7D1D11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59F10F-5FFC-4FC6-9AA9-B176D899B293}" type="datetimeFigureOut">
              <a:rPr kumimoji="1" lang="ja-JP" altLang="en-US" smtClean="0"/>
              <a:pPr/>
              <a:t>2026/3/17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695325" y="739775"/>
            <a:ext cx="534511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9C0384-273B-4B7F-8727-04C553CCFBD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90E1AB11-F0DC-105F-4932-4B84E66065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6450" y="268324"/>
            <a:ext cx="2807050" cy="1063170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596516" y="1952835"/>
            <a:ext cx="7128000" cy="1512000"/>
          </a:xfrm>
        </p:spPr>
        <p:txBody>
          <a:bodyPr anchor="ctr">
            <a:noAutofit/>
          </a:bodyPr>
          <a:lstStyle>
            <a:lvl1pPr algn="l"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kumimoji="1" lang="ja-JP" altLang="en-US" dirty="0"/>
              <a:t>スライド　プレゼンテーションタイトル</a:t>
            </a:r>
            <a:br>
              <a:rPr kumimoji="1" lang="en-US" altLang="ja-JP" dirty="0"/>
            </a:br>
            <a:r>
              <a:rPr kumimoji="1" lang="ja-JP" altLang="en-US" dirty="0"/>
              <a:t>和文 メイリオ </a:t>
            </a:r>
            <a:r>
              <a:rPr kumimoji="1" lang="en-US" altLang="ja-JP" dirty="0"/>
              <a:t>Bold</a:t>
            </a:r>
            <a:r>
              <a:rPr kumimoji="1" lang="ja-JP" altLang="en-US" dirty="0"/>
              <a:t>／英数字 </a:t>
            </a:r>
            <a:r>
              <a:rPr kumimoji="1" lang="en-US" altLang="ja-JP" dirty="0"/>
              <a:t>Verdana Bold</a:t>
            </a:r>
            <a:r>
              <a:rPr kumimoji="1" lang="ja-JP" altLang="en-US" dirty="0"/>
              <a:t> </a:t>
            </a:r>
            <a:r>
              <a:rPr kumimoji="1" lang="en-US" altLang="ja-JP" dirty="0"/>
              <a:t>22pt</a:t>
            </a:r>
            <a:br>
              <a:rPr kumimoji="1" lang="en-US" altLang="ja-JP" dirty="0"/>
            </a:br>
            <a:r>
              <a:rPr kumimoji="1" lang="ja-JP" altLang="en-US" dirty="0"/>
              <a:t>行間 </a:t>
            </a:r>
            <a:r>
              <a:rPr kumimoji="1" lang="en-US" altLang="ja-JP" dirty="0"/>
              <a:t>42pt</a:t>
            </a:r>
            <a:r>
              <a:rPr kumimoji="1" lang="ja-JP" altLang="en-US" dirty="0"/>
              <a:t>　カラー：</a:t>
            </a:r>
            <a:r>
              <a:rPr kumimoji="1" lang="en-US" altLang="ja-JP" dirty="0"/>
              <a:t>Gray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597016" y="3753036"/>
            <a:ext cx="4500000" cy="1296144"/>
          </a:xfrm>
        </p:spPr>
        <p:txBody>
          <a:bodyPr/>
          <a:lstStyle>
            <a:lvl1pPr marL="0" indent="0" algn="l">
              <a:lnSpc>
                <a:spcPts val="2800"/>
              </a:lnSpc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サブタイトル　　和文 メイリオ </a:t>
            </a:r>
            <a:r>
              <a:rPr kumimoji="1" lang="en-US" altLang="ja-JP" dirty="0"/>
              <a:t>Bold</a:t>
            </a:r>
            <a:r>
              <a:rPr kumimoji="1" lang="ja-JP" altLang="en-US" dirty="0"/>
              <a:t>／英数字 </a:t>
            </a:r>
            <a:r>
              <a:rPr kumimoji="1" lang="en-US" altLang="ja-JP" dirty="0"/>
              <a:t>Verdana Bold</a:t>
            </a:r>
            <a:r>
              <a:rPr kumimoji="1" lang="ja-JP" altLang="en-US" dirty="0"/>
              <a:t> </a:t>
            </a:r>
            <a:r>
              <a:rPr kumimoji="1" lang="en-US" altLang="ja-JP" dirty="0"/>
              <a:t>18pt</a:t>
            </a:r>
            <a:r>
              <a:rPr kumimoji="1" lang="ja-JP" altLang="en-US" dirty="0"/>
              <a:t>・行間 </a:t>
            </a:r>
            <a:r>
              <a:rPr kumimoji="1" lang="en-US" altLang="ja-JP" dirty="0"/>
              <a:t>28pt</a:t>
            </a:r>
            <a:r>
              <a:rPr kumimoji="1" lang="ja-JP" altLang="en-US" dirty="0"/>
              <a:t>カラー：</a:t>
            </a:r>
            <a:r>
              <a:rPr kumimoji="1" lang="en-US" altLang="ja-JP" dirty="0"/>
              <a:t>Gray</a:t>
            </a:r>
            <a:endParaRPr kumimoji="1" lang="ja-JP" altLang="en-US" dirty="0"/>
          </a:p>
        </p:txBody>
      </p:sp>
      <p:sp>
        <p:nvSpPr>
          <p:cNvPr id="9" name="スライド番号プレースホルダ 5"/>
          <p:cNvSpPr txBox="1">
            <a:spLocks/>
          </p:cNvSpPr>
          <p:nvPr userDrawn="1"/>
        </p:nvSpPr>
        <p:spPr>
          <a:xfrm>
            <a:off x="595735" y="5337212"/>
            <a:ext cx="10141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Confidential</a:t>
            </a:r>
            <a:endParaRPr kumimoji="1" lang="ja-JP" altLang="en-US" sz="9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テキスト プレースホルダ 15"/>
          <p:cNvSpPr>
            <a:spLocks noGrp="1"/>
          </p:cNvSpPr>
          <p:nvPr>
            <p:ph type="body" sz="quarter" idx="11" hasCustomPrompt="1"/>
          </p:nvPr>
        </p:nvSpPr>
        <p:spPr>
          <a:xfrm>
            <a:off x="595735" y="5697252"/>
            <a:ext cx="1404937" cy="325437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kumimoji="1" lang="en-US" altLang="ja-JP" dirty="0"/>
              <a:t>&lt;date&gt;</a:t>
            </a:r>
            <a:endParaRPr kumimoji="1" lang="ja-JP" altLang="en-US" dirty="0"/>
          </a:p>
        </p:txBody>
      </p:sp>
      <p:sp>
        <p:nvSpPr>
          <p:cNvPr id="19" name="テキスト プレースホルダ 18"/>
          <p:cNvSpPr>
            <a:spLocks noGrp="1"/>
          </p:cNvSpPr>
          <p:nvPr>
            <p:ph type="body" sz="quarter" idx="12" hasCustomPrompt="1"/>
          </p:nvPr>
        </p:nvSpPr>
        <p:spPr>
          <a:xfrm>
            <a:off x="380492" y="672694"/>
            <a:ext cx="3168650" cy="395288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1200"/>
            </a:lvl1pPr>
          </a:lstStyle>
          <a:p>
            <a:pPr lvl="0"/>
            <a:r>
              <a:rPr kumimoji="1" lang="ja-JP" altLang="en-US" dirty="0"/>
              <a:t>株式会社○○御中</a:t>
            </a:r>
          </a:p>
        </p:txBody>
      </p:sp>
      <p:sp>
        <p:nvSpPr>
          <p:cNvPr id="10" name="スライド番号プレースホルダ 5"/>
          <p:cNvSpPr txBox="1">
            <a:spLocks/>
          </p:cNvSpPr>
          <p:nvPr userDrawn="1"/>
        </p:nvSpPr>
        <p:spPr>
          <a:xfrm>
            <a:off x="1" y="6633356"/>
            <a:ext cx="9093200" cy="224644"/>
          </a:xfrm>
          <a:prstGeom prst="rect">
            <a:avLst/>
          </a:prstGeom>
          <a:solidFill>
            <a:schemeClr val="accent5"/>
          </a:solidFill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0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      </a:t>
            </a:r>
            <a:r>
              <a:rPr kumimoji="1" lang="en-US" altLang="ja-JP" sz="7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Copyright © TechnoPro, Inc. Consulting Partners Company. All Rights Reserved.</a:t>
            </a:r>
            <a:endParaRPr kumimoji="1" lang="ja-JP" altLang="en-US" sz="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スライド番号プレースホルダ 5"/>
          <p:cNvSpPr txBox="1">
            <a:spLocks/>
          </p:cNvSpPr>
          <p:nvPr userDrawn="1"/>
        </p:nvSpPr>
        <p:spPr>
          <a:xfrm>
            <a:off x="9093200" y="6633356"/>
            <a:ext cx="812800" cy="224644"/>
          </a:xfrm>
          <a:prstGeom prst="rect">
            <a:avLst/>
          </a:prstGeom>
          <a:solidFill>
            <a:schemeClr val="accent6"/>
          </a:solidFill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表紙">
    <p:bg>
      <p:bgPr>
        <a:solidFill>
          <a:schemeClr val="bg2">
            <a:alpha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596516" y="1953004"/>
            <a:ext cx="7128000" cy="1512000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lnSpc>
                <a:spcPts val="4000"/>
              </a:lnSpc>
              <a:defRPr sz="2600" b="1" baseline="0">
                <a:solidFill>
                  <a:schemeClr val="tx1"/>
                </a:solidFill>
              </a:defRPr>
            </a:lvl1pPr>
          </a:lstStyle>
          <a:p>
            <a:r>
              <a:rPr kumimoji="1" lang="ja-JP" altLang="en-US" dirty="0"/>
              <a:t>中表紙</a:t>
            </a:r>
            <a:br>
              <a:rPr kumimoji="1" lang="en-US" altLang="ja-JP" dirty="0"/>
            </a:br>
            <a:r>
              <a:rPr kumimoji="1" lang="ja-JP" altLang="en-US" dirty="0"/>
              <a:t>和文 メイリオ </a:t>
            </a:r>
            <a:r>
              <a:rPr kumimoji="1" lang="en-US" altLang="ja-JP" dirty="0"/>
              <a:t>Bold</a:t>
            </a:r>
            <a:r>
              <a:rPr kumimoji="1" lang="ja-JP" altLang="en-US" dirty="0"/>
              <a:t>／英数字 </a:t>
            </a:r>
            <a:r>
              <a:rPr kumimoji="1" lang="en-US" altLang="ja-JP" dirty="0"/>
              <a:t>Verdana Bold</a:t>
            </a:r>
            <a:r>
              <a:rPr kumimoji="1" lang="ja-JP" altLang="en-US" dirty="0"/>
              <a:t> </a:t>
            </a:r>
            <a:r>
              <a:rPr kumimoji="1" lang="en-US" altLang="ja-JP" dirty="0"/>
              <a:t>26pt</a:t>
            </a:r>
            <a:r>
              <a:rPr kumimoji="1" lang="ja-JP" altLang="en-US" dirty="0"/>
              <a:t>・行間 </a:t>
            </a:r>
            <a:r>
              <a:rPr kumimoji="1" lang="en-US" altLang="ja-JP" dirty="0"/>
              <a:t>40pt</a:t>
            </a:r>
            <a:r>
              <a:rPr kumimoji="1" lang="ja-JP" altLang="en-US" dirty="0"/>
              <a:t>　カラー：</a:t>
            </a:r>
            <a:r>
              <a:rPr kumimoji="1" lang="en-US" altLang="ja-JP" dirty="0"/>
              <a:t>White</a:t>
            </a:r>
            <a:endParaRPr kumimoji="1" lang="ja-JP" altLang="en-US" dirty="0"/>
          </a:p>
        </p:txBody>
      </p:sp>
      <p:sp>
        <p:nvSpPr>
          <p:cNvPr id="10" name="テキスト プレースホルダ 9"/>
          <p:cNvSpPr>
            <a:spLocks noGrp="1"/>
          </p:cNvSpPr>
          <p:nvPr>
            <p:ph type="body" sz="quarter" idx="11" hasCustomPrompt="1"/>
          </p:nvPr>
        </p:nvSpPr>
        <p:spPr>
          <a:xfrm>
            <a:off x="597016" y="3753036"/>
            <a:ext cx="4500000" cy="129600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ts val="22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1" baseline="0"/>
            </a:lvl1pPr>
          </a:lstStyle>
          <a:p>
            <a:pPr lvl="0"/>
            <a:r>
              <a:rPr kumimoji="1" lang="ja-JP" altLang="en-US" dirty="0"/>
              <a:t>サブタイトル　和文 メイリオ </a:t>
            </a:r>
            <a:r>
              <a:rPr kumimoji="1" lang="en-US" altLang="ja-JP" dirty="0"/>
              <a:t>Bold</a:t>
            </a:r>
            <a:r>
              <a:rPr kumimoji="1" lang="ja-JP" altLang="en-US" dirty="0"/>
              <a:t>／英数字 </a:t>
            </a:r>
            <a:r>
              <a:rPr kumimoji="1" lang="en-US" altLang="ja-JP" dirty="0"/>
              <a:t>Verdana Bold</a:t>
            </a:r>
            <a:r>
              <a:rPr kumimoji="1" lang="ja-JP" altLang="en-US" dirty="0"/>
              <a:t> </a:t>
            </a:r>
            <a:r>
              <a:rPr kumimoji="1" lang="en-US" altLang="ja-JP" dirty="0"/>
              <a:t>12pt</a:t>
            </a:r>
            <a:r>
              <a:rPr kumimoji="1" lang="ja-JP" altLang="en-US" dirty="0"/>
              <a:t>・行間</a:t>
            </a:r>
            <a:r>
              <a:rPr kumimoji="1" lang="en-US" altLang="ja-JP" dirty="0"/>
              <a:t>22pt</a:t>
            </a:r>
            <a:r>
              <a:rPr kumimoji="1" lang="ja-JP" altLang="en-US" dirty="0"/>
              <a:t>　カラー：</a:t>
            </a:r>
            <a:r>
              <a:rPr kumimoji="1" lang="en-US" altLang="ja-JP" dirty="0"/>
              <a:t>White </a:t>
            </a:r>
            <a:endParaRPr kumimoji="1" lang="ja-JP" altLang="en-US" dirty="0"/>
          </a:p>
        </p:txBody>
      </p:sp>
      <p:sp>
        <p:nvSpPr>
          <p:cNvPr id="9" name="スライド番号プレースホルダ 5"/>
          <p:cNvSpPr txBox="1">
            <a:spLocks/>
          </p:cNvSpPr>
          <p:nvPr userDrawn="1"/>
        </p:nvSpPr>
        <p:spPr>
          <a:xfrm>
            <a:off x="1" y="6633356"/>
            <a:ext cx="9093200" cy="224644"/>
          </a:xfrm>
          <a:prstGeom prst="rect">
            <a:avLst/>
          </a:prstGeom>
          <a:solidFill>
            <a:srgbClr val="008096"/>
          </a:solidFill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Copyright © TechnoPro, Inc. </a:t>
            </a:r>
            <a:r>
              <a:rPr kumimoji="1" lang="en-US" altLang="ja-JP" sz="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Consulting Partners Company</a:t>
            </a:r>
            <a:r>
              <a:rPr kumimoji="1" lang="en-US" altLang="ja-JP" sz="7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All Rights Reserved.</a:t>
            </a:r>
          </a:p>
        </p:txBody>
      </p:sp>
      <p:sp>
        <p:nvSpPr>
          <p:cNvPr id="13" name="スライド番号プレースホルダ 5"/>
          <p:cNvSpPr txBox="1">
            <a:spLocks/>
          </p:cNvSpPr>
          <p:nvPr userDrawn="1"/>
        </p:nvSpPr>
        <p:spPr>
          <a:xfrm>
            <a:off x="9093200" y="6633356"/>
            <a:ext cx="812800" cy="224644"/>
          </a:xfrm>
          <a:prstGeom prst="rect">
            <a:avLst/>
          </a:prstGeom>
          <a:solidFill>
            <a:srgbClr val="EA8712"/>
          </a:solidFill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Verdana"/>
              <a:ea typeface="メイリオ"/>
              <a:cs typeface="+mn-cs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々表紙">
    <p:bg>
      <p:bgPr>
        <a:solidFill>
          <a:schemeClr val="accent1">
            <a:alpha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597316" y="1953004"/>
            <a:ext cx="7128000" cy="1512000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lnSpc>
                <a:spcPts val="4000"/>
              </a:lnSpc>
              <a:defRPr sz="2600" b="1" baseline="0">
                <a:solidFill>
                  <a:schemeClr val="bg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kumimoji="1" lang="ja-JP" altLang="en-US" dirty="0"/>
              <a:t>中々表紙</a:t>
            </a:r>
            <a:br>
              <a:rPr kumimoji="1" lang="en-US" altLang="ja-JP" dirty="0"/>
            </a:br>
            <a:r>
              <a:rPr kumimoji="1" lang="ja-JP" altLang="en-US" dirty="0"/>
              <a:t>和文 メイリオ </a:t>
            </a:r>
            <a:r>
              <a:rPr kumimoji="1" lang="en-US" altLang="ja-JP" dirty="0"/>
              <a:t>Bold</a:t>
            </a:r>
            <a:r>
              <a:rPr kumimoji="1" lang="ja-JP" altLang="en-US" dirty="0"/>
              <a:t>／英数字 </a:t>
            </a:r>
            <a:r>
              <a:rPr kumimoji="1" lang="en-US" altLang="ja-JP" dirty="0"/>
              <a:t>Verdana Bold</a:t>
            </a:r>
            <a:r>
              <a:rPr kumimoji="1" lang="ja-JP" altLang="en-US" dirty="0"/>
              <a:t> </a:t>
            </a:r>
            <a:r>
              <a:rPr kumimoji="1" lang="en-US" altLang="ja-JP" dirty="0"/>
              <a:t>26pt</a:t>
            </a:r>
            <a:r>
              <a:rPr kumimoji="1" lang="ja-JP" altLang="en-US" dirty="0"/>
              <a:t>・行間 </a:t>
            </a:r>
            <a:r>
              <a:rPr kumimoji="1" lang="en-US" altLang="ja-JP" dirty="0"/>
              <a:t>40pt</a:t>
            </a:r>
            <a:r>
              <a:rPr kumimoji="1" lang="ja-JP" altLang="en-US" dirty="0"/>
              <a:t>　カラー：</a:t>
            </a:r>
            <a:r>
              <a:rPr kumimoji="1" lang="en-US" altLang="ja-JP" dirty="0"/>
              <a:t>Gray</a:t>
            </a:r>
            <a:endParaRPr kumimoji="1" lang="ja-JP" altLang="en-US" dirty="0"/>
          </a:p>
        </p:txBody>
      </p:sp>
      <p:sp>
        <p:nvSpPr>
          <p:cNvPr id="7" name="テキスト プレースホルダ 6"/>
          <p:cNvSpPr>
            <a:spLocks noGrp="1"/>
          </p:cNvSpPr>
          <p:nvPr>
            <p:ph type="body" sz="quarter" idx="10" hasCustomPrompt="1"/>
          </p:nvPr>
        </p:nvSpPr>
        <p:spPr>
          <a:xfrm>
            <a:off x="597016" y="3753036"/>
            <a:ext cx="4500000" cy="129600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ts val="22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b="1">
                <a:solidFill>
                  <a:schemeClr val="bg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rgbClr val="00809E"/>
                </a:solidFill>
              </a:defRPr>
            </a:lvl2pPr>
            <a:lvl3pPr>
              <a:defRPr>
                <a:solidFill>
                  <a:srgbClr val="00809E"/>
                </a:solidFill>
              </a:defRPr>
            </a:lvl3pPr>
            <a:lvl4pPr>
              <a:defRPr>
                <a:solidFill>
                  <a:srgbClr val="00809E"/>
                </a:solidFill>
              </a:defRPr>
            </a:lvl4pPr>
            <a:lvl5pPr>
              <a:defRPr>
                <a:solidFill>
                  <a:srgbClr val="00809E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1" lang="ja-JP" altLang="en-US" dirty="0"/>
              <a:t>サブタイトル　和文 メイリオ </a:t>
            </a:r>
            <a:r>
              <a:rPr kumimoji="1" lang="en-US" altLang="ja-JP" dirty="0"/>
              <a:t>Bold</a:t>
            </a:r>
            <a:r>
              <a:rPr kumimoji="1" lang="ja-JP" altLang="en-US" dirty="0"/>
              <a:t>／英数字 </a:t>
            </a:r>
            <a:r>
              <a:rPr kumimoji="1" lang="en-US" altLang="ja-JP" dirty="0"/>
              <a:t>Verdana Bold</a:t>
            </a:r>
            <a:r>
              <a:rPr kumimoji="1" lang="ja-JP" altLang="en-US" dirty="0"/>
              <a:t> </a:t>
            </a:r>
            <a:r>
              <a:rPr kumimoji="1" lang="en-US" altLang="ja-JP" dirty="0"/>
              <a:t>12pt</a:t>
            </a:r>
            <a:r>
              <a:rPr kumimoji="1" lang="ja-JP" altLang="en-US" dirty="0"/>
              <a:t>・行間</a:t>
            </a:r>
            <a:r>
              <a:rPr kumimoji="1" lang="en-US" altLang="ja-JP" dirty="0"/>
              <a:t>22pt</a:t>
            </a:r>
            <a:r>
              <a:rPr kumimoji="1" lang="ja-JP" altLang="en-US" dirty="0"/>
              <a:t>　カラー：</a:t>
            </a:r>
            <a:r>
              <a:rPr kumimoji="1" lang="en-US" altLang="ja-JP" dirty="0"/>
              <a:t>Gray </a:t>
            </a:r>
            <a:endParaRPr kumimoji="1" lang="ja-JP" altLang="en-US" dirty="0"/>
          </a:p>
        </p:txBody>
      </p:sp>
      <p:sp>
        <p:nvSpPr>
          <p:cNvPr id="10" name="スライド番号プレースホルダ 5"/>
          <p:cNvSpPr txBox="1">
            <a:spLocks/>
          </p:cNvSpPr>
          <p:nvPr userDrawn="1"/>
        </p:nvSpPr>
        <p:spPr>
          <a:xfrm>
            <a:off x="1" y="6633356"/>
            <a:ext cx="9093200" cy="224644"/>
          </a:xfrm>
          <a:prstGeom prst="rect">
            <a:avLst/>
          </a:prstGeom>
          <a:solidFill>
            <a:srgbClr val="008096"/>
          </a:solidFill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メイリオ"/>
                <a:cs typeface="+mn-cs"/>
              </a:rPr>
              <a:t>       </a:t>
            </a:r>
            <a:r>
              <a:rPr kumimoji="1" lang="en-US" altLang="ja-JP" sz="7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Copyright © TechnoPro, Inc. </a:t>
            </a:r>
            <a:r>
              <a:rPr kumimoji="1" lang="en-US" altLang="ja-JP" sz="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Consulting Partners Company</a:t>
            </a:r>
            <a:r>
              <a:rPr kumimoji="1" lang="en-US" altLang="ja-JP" sz="7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All Rights Reserved.</a:t>
            </a:r>
          </a:p>
        </p:txBody>
      </p:sp>
      <p:sp>
        <p:nvSpPr>
          <p:cNvPr id="11" name="スライド番号プレースホルダ 5"/>
          <p:cNvSpPr txBox="1">
            <a:spLocks/>
          </p:cNvSpPr>
          <p:nvPr userDrawn="1"/>
        </p:nvSpPr>
        <p:spPr>
          <a:xfrm>
            <a:off x="9093200" y="6633356"/>
            <a:ext cx="812800" cy="224644"/>
          </a:xfrm>
          <a:prstGeom prst="rect">
            <a:avLst/>
          </a:prstGeom>
          <a:solidFill>
            <a:srgbClr val="EA8712"/>
          </a:solidFill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Verdana"/>
              <a:ea typeface="メイリオ"/>
              <a:cs typeface="+mn-cs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ペー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DDF29F17-4ED2-32E0-163A-FECD780A4F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0931" y="2858881"/>
            <a:ext cx="2774157" cy="1050712"/>
          </a:xfrm>
          <a:prstGeom prst="rect">
            <a:avLst/>
          </a:prstGeom>
        </p:spPr>
      </p:pic>
      <p:sp>
        <p:nvSpPr>
          <p:cNvPr id="8" name="スライド番号プレースホルダ 5"/>
          <p:cNvSpPr txBox="1">
            <a:spLocks/>
          </p:cNvSpPr>
          <p:nvPr userDrawn="1"/>
        </p:nvSpPr>
        <p:spPr>
          <a:xfrm>
            <a:off x="1" y="6633356"/>
            <a:ext cx="9093200" cy="224644"/>
          </a:xfrm>
          <a:prstGeom prst="rect">
            <a:avLst/>
          </a:prstGeom>
          <a:solidFill>
            <a:schemeClr val="accent5"/>
          </a:solidFill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0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      </a:t>
            </a:r>
            <a:r>
              <a:rPr kumimoji="1" lang="en-US" altLang="ja-JP" sz="7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Copyright © TechnoPro, Inc. Consulting Partners Company. All Rights Reserved.</a:t>
            </a:r>
          </a:p>
        </p:txBody>
      </p:sp>
      <p:sp>
        <p:nvSpPr>
          <p:cNvPr id="9" name="スライド番号プレースホルダ 5"/>
          <p:cNvSpPr txBox="1">
            <a:spLocks/>
          </p:cNvSpPr>
          <p:nvPr userDrawn="1"/>
        </p:nvSpPr>
        <p:spPr>
          <a:xfrm>
            <a:off x="9093200" y="6633356"/>
            <a:ext cx="812800" cy="224644"/>
          </a:xfrm>
          <a:prstGeom prst="rect">
            <a:avLst/>
          </a:prstGeom>
          <a:solidFill>
            <a:schemeClr val="accent6"/>
          </a:solidFill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リードあり コンテンツペー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308484" y="274638"/>
            <a:ext cx="9277200" cy="432000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2200" b="1" baseline="0"/>
            </a:lvl1pPr>
          </a:lstStyle>
          <a:p>
            <a:r>
              <a:rPr kumimoji="1" lang="ja-JP" altLang="en-US" dirty="0"/>
              <a:t>タイトル</a:t>
            </a:r>
            <a:r>
              <a:rPr kumimoji="1" lang="en-US" altLang="ja-JP" dirty="0"/>
              <a:t>   </a:t>
            </a:r>
            <a:r>
              <a:rPr kumimoji="1" lang="ja-JP" altLang="en-US" dirty="0"/>
              <a:t>和文 メイリオ </a:t>
            </a:r>
            <a:r>
              <a:rPr kumimoji="1" lang="en-US" altLang="ja-JP" dirty="0"/>
              <a:t>Bold/</a:t>
            </a:r>
            <a:r>
              <a:rPr kumimoji="1" lang="ja-JP" altLang="en-US" dirty="0"/>
              <a:t>英数字 </a:t>
            </a:r>
            <a:r>
              <a:rPr kumimoji="1" lang="en-US" altLang="ja-JP" dirty="0"/>
              <a:t>Verdana Bold 22pt, Black</a:t>
            </a:r>
            <a:endParaRPr kumimoji="1" lang="ja-JP" altLang="en-US" dirty="0"/>
          </a:p>
        </p:txBody>
      </p:sp>
      <p:sp>
        <p:nvSpPr>
          <p:cNvPr id="3" name="スライド番号プレースホルダ 2"/>
          <p:cNvSpPr>
            <a:spLocks noGrp="1"/>
          </p:cNvSpPr>
          <p:nvPr>
            <p:ph type="sldNum" sz="quarter" idx="10"/>
          </p:nvPr>
        </p:nvSpPr>
        <p:spPr>
          <a:xfrm>
            <a:off x="9093200" y="6633356"/>
            <a:ext cx="812799" cy="224644"/>
          </a:xfrm>
        </p:spPr>
        <p:txBody>
          <a:bodyPr/>
          <a:lstStyle>
            <a:lvl1pPr algn="ctr">
              <a:defRPr sz="1000"/>
            </a:lvl1pPr>
          </a:lstStyle>
          <a:p>
            <a:fld id="{3913B849-B299-43F7-89E0-BDEEC7CFE234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11" hasCustomPrompt="1"/>
          </p:nvPr>
        </p:nvSpPr>
        <p:spPr>
          <a:xfrm>
            <a:off x="308484" y="836613"/>
            <a:ext cx="9277200" cy="792000"/>
          </a:xfrm>
        </p:spPr>
        <p:txBody>
          <a:bodyPr/>
          <a:lstStyle>
            <a:lvl4pPr>
              <a:lnSpc>
                <a:spcPts val="2600"/>
              </a:lnSpc>
              <a:defRPr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</a:lstStyle>
          <a:p>
            <a:pPr lvl="3"/>
            <a:r>
              <a:rPr kumimoji="1" lang="ja-JP" altLang="en-US" dirty="0"/>
              <a:t>リード原則</a:t>
            </a:r>
            <a:r>
              <a:rPr kumimoji="1" lang="en-US" altLang="ja-JP" dirty="0"/>
              <a:t>2</a:t>
            </a:r>
            <a:r>
              <a:rPr kumimoji="1" lang="ja-JP" altLang="en-US" dirty="0"/>
              <a:t>行以内</a:t>
            </a:r>
            <a:br>
              <a:rPr kumimoji="1" lang="en-US" altLang="ja-JP" dirty="0"/>
            </a:br>
            <a:r>
              <a:rPr kumimoji="1" lang="ja-JP" altLang="en-US" dirty="0"/>
              <a:t>和文 メイリオ </a:t>
            </a:r>
            <a:r>
              <a:rPr kumimoji="1" lang="en-US" altLang="ja-JP" dirty="0"/>
              <a:t>Bold</a:t>
            </a:r>
            <a:r>
              <a:rPr kumimoji="1" lang="ja-JP" altLang="en-US" dirty="0"/>
              <a:t>／英数字 </a:t>
            </a:r>
            <a:r>
              <a:rPr kumimoji="1" lang="en-US" altLang="ja-JP" dirty="0"/>
              <a:t>Verdana</a:t>
            </a:r>
            <a:r>
              <a:rPr kumimoji="1" lang="ja-JP" altLang="en-US" dirty="0"/>
              <a:t> </a:t>
            </a:r>
            <a:r>
              <a:rPr kumimoji="1" lang="en-US" altLang="ja-JP" dirty="0"/>
              <a:t>Bold</a:t>
            </a:r>
            <a:r>
              <a:rPr kumimoji="1" lang="ja-JP" altLang="en-US" dirty="0"/>
              <a:t> </a:t>
            </a:r>
            <a:r>
              <a:rPr kumimoji="1" lang="en-US" altLang="ja-JP" dirty="0"/>
              <a:t>16pt</a:t>
            </a:r>
            <a:r>
              <a:rPr kumimoji="1" lang="ja-JP" altLang="en-US" dirty="0"/>
              <a:t>以上・行間</a:t>
            </a:r>
            <a:r>
              <a:rPr kumimoji="1" lang="en-US" altLang="ja-JP" dirty="0"/>
              <a:t>26pt</a:t>
            </a:r>
            <a:r>
              <a:rPr kumimoji="1" lang="ja-JP" altLang="en-US" dirty="0" err="1"/>
              <a:t>、</a:t>
            </a:r>
            <a:r>
              <a:rPr kumimoji="1" lang="en-US" altLang="ja-JP" dirty="0"/>
              <a:t>Gray</a:t>
            </a:r>
            <a:r>
              <a:rPr kumimoji="1" lang="ja-JP" altLang="en-US" dirty="0"/>
              <a:t>）</a:t>
            </a:r>
            <a:endParaRPr kumimoji="1" lang="en-US" altLang="ja-JP" dirty="0"/>
          </a:p>
          <a:p>
            <a:pPr lvl="3"/>
            <a:endParaRPr kumimoji="1" lang="en-US" altLang="ja-JP" dirty="0"/>
          </a:p>
        </p:txBody>
      </p:sp>
      <p:sp>
        <p:nvSpPr>
          <p:cNvPr id="8" name="コンテンツ プレースホルダ 7"/>
          <p:cNvSpPr>
            <a:spLocks noGrp="1"/>
          </p:cNvSpPr>
          <p:nvPr>
            <p:ph sz="quarter" idx="12" hasCustomPrompt="1"/>
          </p:nvPr>
        </p:nvSpPr>
        <p:spPr>
          <a:xfrm>
            <a:off x="308484" y="1736812"/>
            <a:ext cx="9277200" cy="4572508"/>
          </a:xfrm>
        </p:spPr>
        <p:txBody>
          <a:bodyPr/>
          <a:lstStyle>
            <a:lvl1pPr>
              <a:lnSpc>
                <a:spcPts val="2400"/>
              </a:lnSpc>
              <a:defRPr sz="1400" baseline="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kumimoji="1" lang="ja-JP" altLang="en-US" dirty="0"/>
              <a:t>本文 フォント：和文 メイリオ </a:t>
            </a:r>
            <a:r>
              <a:rPr kumimoji="1" lang="en-US" altLang="ja-JP" dirty="0"/>
              <a:t>Regular</a:t>
            </a:r>
            <a:r>
              <a:rPr kumimoji="1" lang="ja-JP" altLang="en-US" dirty="0"/>
              <a:t>／英数字 </a:t>
            </a:r>
            <a:r>
              <a:rPr kumimoji="1" lang="en-US" altLang="ja-JP" dirty="0"/>
              <a:t>Verdana 14pt</a:t>
            </a:r>
            <a:r>
              <a:rPr kumimoji="1" lang="ja-JP" altLang="en-US" dirty="0"/>
              <a:t>以上・行間</a:t>
            </a:r>
            <a:r>
              <a:rPr kumimoji="1" lang="en-US" altLang="ja-JP" dirty="0"/>
              <a:t>24pt</a:t>
            </a:r>
            <a:r>
              <a:rPr kumimoji="1" lang="ja-JP" altLang="en-US" dirty="0" err="1"/>
              <a:t>、</a:t>
            </a:r>
            <a:r>
              <a:rPr kumimoji="1" lang="ja-JP" altLang="en-US" dirty="0"/>
              <a:t>カラー：</a:t>
            </a:r>
            <a:r>
              <a:rPr kumimoji="1" lang="en-US" altLang="ja-JP" dirty="0"/>
              <a:t>Gray or Black</a:t>
            </a:r>
            <a:r>
              <a:rPr kumimoji="1" lang="ja-JP" altLang="en-US" dirty="0"/>
              <a:t>　　　</a:t>
            </a:r>
            <a:r>
              <a:rPr kumimoji="1" lang="en-US" altLang="ja-JP" dirty="0"/>
              <a:t>※</a:t>
            </a:r>
            <a:r>
              <a:rPr kumimoji="1" lang="ja-JP" altLang="en-US" dirty="0"/>
              <a:t>明朝を用いる場合は、</a:t>
            </a:r>
            <a:r>
              <a:rPr kumimoji="1" lang="en-US" altLang="ja-JP" dirty="0"/>
              <a:t>MS</a:t>
            </a:r>
            <a:r>
              <a:rPr kumimoji="1" lang="ja-JP" altLang="en-US" dirty="0"/>
              <a:t> </a:t>
            </a:r>
            <a:r>
              <a:rPr kumimoji="1" lang="en-US" altLang="ja-JP" dirty="0"/>
              <a:t>P </a:t>
            </a:r>
            <a:r>
              <a:rPr kumimoji="1" lang="ja-JP" altLang="en-US" dirty="0"/>
              <a:t>明朝／</a:t>
            </a:r>
            <a:r>
              <a:rPr kumimoji="1" lang="en-US" altLang="ja-JP" dirty="0"/>
              <a:t>Georgia</a:t>
            </a:r>
            <a:r>
              <a:rPr kumimoji="1" lang="ja-JP" altLang="en-US" dirty="0"/>
              <a:t>を使用する</a:t>
            </a:r>
          </a:p>
        </p:txBody>
      </p:sp>
      <p:cxnSp>
        <p:nvCxnSpPr>
          <p:cNvPr id="11" name="直線コネクタ 10"/>
          <p:cNvCxnSpPr/>
          <p:nvPr userDrawn="1"/>
        </p:nvCxnSpPr>
        <p:spPr>
          <a:xfrm>
            <a:off x="320316" y="764704"/>
            <a:ext cx="9277200" cy="0"/>
          </a:xfrm>
          <a:prstGeom prst="line">
            <a:avLst/>
          </a:prstGeom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リードなし コンテンツペー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314400" y="274638"/>
            <a:ext cx="9277200" cy="432000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2200" b="1"/>
            </a:lvl1pPr>
          </a:lstStyle>
          <a:p>
            <a:r>
              <a:rPr kumimoji="1" lang="ja-JP" altLang="en-US" dirty="0"/>
              <a:t>タイトル</a:t>
            </a:r>
            <a:r>
              <a:rPr kumimoji="1" lang="en-US" altLang="ja-JP" dirty="0"/>
              <a:t>   </a:t>
            </a:r>
            <a:r>
              <a:rPr kumimoji="1" lang="ja-JP" altLang="en-US" dirty="0"/>
              <a:t>和文 メイリオ </a:t>
            </a:r>
            <a:r>
              <a:rPr kumimoji="1" lang="en-US" altLang="ja-JP" dirty="0"/>
              <a:t>Bold/</a:t>
            </a:r>
            <a:r>
              <a:rPr kumimoji="1" lang="ja-JP" altLang="en-US" dirty="0"/>
              <a:t>英数字 </a:t>
            </a:r>
            <a:r>
              <a:rPr kumimoji="1" lang="en-US" altLang="ja-JP" dirty="0"/>
              <a:t>Verdana Bold 22pt, Black</a:t>
            </a:r>
            <a:endParaRPr kumimoji="1" lang="ja-JP" altLang="en-US" dirty="0"/>
          </a:p>
        </p:txBody>
      </p:sp>
      <p:sp>
        <p:nvSpPr>
          <p:cNvPr id="3" name="スライド番号プレースホルダ 2"/>
          <p:cNvSpPr>
            <a:spLocks noGrp="1"/>
          </p:cNvSpPr>
          <p:nvPr>
            <p:ph type="sldNum" sz="quarter" idx="10"/>
          </p:nvPr>
        </p:nvSpPr>
        <p:spPr>
          <a:xfrm>
            <a:off x="9093200" y="6633356"/>
            <a:ext cx="812799" cy="224644"/>
          </a:xfrm>
        </p:spPr>
        <p:txBody>
          <a:bodyPr/>
          <a:lstStyle>
            <a:lvl1pPr>
              <a:defRPr sz="1000"/>
            </a:lvl1pPr>
          </a:lstStyle>
          <a:p>
            <a:fld id="{3913B849-B299-43F7-89E0-BDEEC7CFE234}" type="slidenum">
              <a:rPr lang="ja-JP" altLang="en-US" smtClean="0"/>
              <a:pPr/>
              <a:t>‹#›</a:t>
            </a:fld>
            <a:endParaRPr lang="ja-JP" altLang="en-US"/>
          </a:p>
        </p:txBody>
      </p:sp>
      <p:cxnSp>
        <p:nvCxnSpPr>
          <p:cNvPr id="6" name="直線コネクタ 5"/>
          <p:cNvCxnSpPr/>
          <p:nvPr userDrawn="1"/>
        </p:nvCxnSpPr>
        <p:spPr>
          <a:xfrm>
            <a:off x="320316" y="764704"/>
            <a:ext cx="9277200" cy="0"/>
          </a:xfrm>
          <a:prstGeom prst="line">
            <a:avLst/>
          </a:prstGeom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61" r:id="rId2"/>
    <p:sldLayoutId id="2147483697" r:id="rId3"/>
    <p:sldLayoutId id="2147483699" r:id="rId4"/>
  </p:sldLayoutIdLst>
  <p:hf hdr="0" ftr="0"/>
  <p:txStyles>
    <p:titleStyle>
      <a:lvl1pPr algn="ctr" defTabSz="914400" rtl="0" eaLnBrk="1" latinLnBrk="0" hangingPunct="1">
        <a:lnSpc>
          <a:spcPts val="4200"/>
        </a:lnSpc>
        <a:spcBef>
          <a:spcPct val="0"/>
        </a:spcBef>
        <a:buNone/>
        <a:defRPr kumimoji="1" sz="2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ts val="4000"/>
        </a:lnSpc>
        <a:spcBef>
          <a:spcPct val="20000"/>
        </a:spcBef>
        <a:buFont typeface="Arial" pitchFamily="34" charset="0"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78C390AE-5129-4580-4BC7-A11741E7A65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201308"/>
            <a:ext cx="1573696" cy="452437"/>
          </a:xfrm>
          <a:prstGeom prst="rect">
            <a:avLst/>
          </a:prstGeom>
        </p:spPr>
      </p:pic>
      <p:sp>
        <p:nvSpPr>
          <p:cNvPr id="8" name="スライド番号プレースホルダ 5"/>
          <p:cNvSpPr txBox="1">
            <a:spLocks/>
          </p:cNvSpPr>
          <p:nvPr userDrawn="1"/>
        </p:nvSpPr>
        <p:spPr>
          <a:xfrm>
            <a:off x="1" y="6633356"/>
            <a:ext cx="9093200" cy="224644"/>
          </a:xfrm>
          <a:prstGeom prst="rect">
            <a:avLst/>
          </a:prstGeom>
          <a:solidFill>
            <a:schemeClr val="accent5"/>
          </a:solidFill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0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      </a:t>
            </a:r>
            <a:r>
              <a:rPr kumimoji="1" lang="en-US" altLang="ja-JP" sz="7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Copyright © TechnoPro, Inc. Consulting Partners Company. All Rights Reserved.</a:t>
            </a:r>
          </a:p>
        </p:txBody>
      </p:sp>
      <p:sp>
        <p:nvSpPr>
          <p:cNvPr id="9" name="スライド番号プレースホルダ 5"/>
          <p:cNvSpPr txBox="1">
            <a:spLocks/>
          </p:cNvSpPr>
          <p:nvPr userDrawn="1"/>
        </p:nvSpPr>
        <p:spPr>
          <a:xfrm>
            <a:off x="9093200" y="6633356"/>
            <a:ext cx="812800" cy="224644"/>
          </a:xfrm>
          <a:prstGeom prst="rect">
            <a:avLst/>
          </a:prstGeom>
          <a:solidFill>
            <a:schemeClr val="accent6"/>
          </a:solidFill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5260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95300" y="908720"/>
            <a:ext cx="8915400" cy="900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9093200" y="6633356"/>
            <a:ext cx="812799" cy="2246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fld id="{C1F5F81B-DE36-42D3-89DE-0645D30A867D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5" r:id="rId2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kumimoji="1" sz="2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kumimoji="1" sz="16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kumimoji="1" sz="16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kumimoji="1" sz="16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 dirty="0"/>
              <a:t>TALON</a:t>
            </a:r>
            <a:r>
              <a:rPr lang="ja-JP" altLang="en-US" dirty="0"/>
              <a:t>ワークフロー（</a:t>
            </a:r>
            <a:r>
              <a:rPr lang="en-US" altLang="ja-JP" dirty="0"/>
              <a:t>WFS</a:t>
            </a:r>
            <a:r>
              <a:rPr lang="ja-JP" altLang="en-US" dirty="0"/>
              <a:t>）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597016" y="3753036"/>
            <a:ext cx="5256084" cy="1296144"/>
          </a:xfrm>
        </p:spPr>
        <p:txBody>
          <a:bodyPr/>
          <a:lstStyle/>
          <a:p>
            <a:r>
              <a:rPr lang="en-US" altLang="ja-JP" dirty="0" err="1">
                <a:solidFill>
                  <a:schemeClr val="bg2">
                    <a:lumMod val="25000"/>
                  </a:scheme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概念・仕組みと活用パターン</a:t>
            </a:r>
            <a:endParaRPr lang="en-US" altLang="ja-JP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ja-JP" dirty="0"/>
              <a:t>2026/03/17</a:t>
            </a:r>
            <a:endParaRPr kumimoji="1" lang="ja-JP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目次</a:t>
            </a:r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8F956FB9-3B2D-DAFD-77CC-AAD668E42AA4}"/>
              </a:ext>
            </a:extLst>
          </p:cNvPr>
          <p:cNvSpPr/>
          <p:nvPr/>
        </p:nvSpPr>
        <p:spPr>
          <a:xfrm>
            <a:off x="365760" y="1051560"/>
            <a:ext cx="4023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9B1D2A03-9A66-D777-0113-2289D57E4B43}"/>
              </a:ext>
            </a:extLst>
          </p:cNvPr>
          <p:cNvSpPr/>
          <p:nvPr/>
        </p:nvSpPr>
        <p:spPr>
          <a:xfrm>
            <a:off x="365760" y="1051560"/>
            <a:ext cx="502920" cy="749808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Text 5">
            <a:extLst>
              <a:ext uri="{FF2B5EF4-FFF2-40B4-BE49-F238E27FC236}">
                <a16:creationId xmlns:a16="http://schemas.microsoft.com/office/drawing/2014/main" id="{B566EEAE-D270-023D-2A77-B652F8D2DE25}"/>
              </a:ext>
            </a:extLst>
          </p:cNvPr>
          <p:cNvSpPr/>
          <p:nvPr/>
        </p:nvSpPr>
        <p:spPr>
          <a:xfrm>
            <a:off x="365760" y="105156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01</a:t>
            </a:r>
            <a:endParaRPr lang="en-US" sz="1400" dirty="0"/>
          </a:p>
        </p:txBody>
      </p:sp>
      <p:sp>
        <p:nvSpPr>
          <p:cNvPr id="39" name="Text 6">
            <a:extLst>
              <a:ext uri="{FF2B5EF4-FFF2-40B4-BE49-F238E27FC236}">
                <a16:creationId xmlns:a16="http://schemas.microsoft.com/office/drawing/2014/main" id="{E8767399-3A4D-9E83-D8E8-E0900A3803A6}"/>
              </a:ext>
            </a:extLst>
          </p:cNvPr>
          <p:cNvSpPr/>
          <p:nvPr/>
        </p:nvSpPr>
        <p:spPr>
          <a:xfrm>
            <a:off x="960120" y="1051560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ワークフロー（WFS）とは</a:t>
            </a:r>
            <a:endParaRPr lang="en-US" sz="1300" dirty="0"/>
          </a:p>
        </p:txBody>
      </p:sp>
      <p:sp>
        <p:nvSpPr>
          <p:cNvPr id="40" name="Shape 7">
            <a:extLst>
              <a:ext uri="{FF2B5EF4-FFF2-40B4-BE49-F238E27FC236}">
                <a16:creationId xmlns:a16="http://schemas.microsoft.com/office/drawing/2014/main" id="{5073C3DD-BC20-FFD3-7F45-B7FDCF6E65EA}"/>
              </a:ext>
            </a:extLst>
          </p:cNvPr>
          <p:cNvSpPr/>
          <p:nvPr/>
        </p:nvSpPr>
        <p:spPr>
          <a:xfrm>
            <a:off x="365760" y="2011680"/>
            <a:ext cx="4023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1" name="Shape 8">
            <a:extLst>
              <a:ext uri="{FF2B5EF4-FFF2-40B4-BE49-F238E27FC236}">
                <a16:creationId xmlns:a16="http://schemas.microsoft.com/office/drawing/2014/main" id="{B0D6BF0E-7BC5-5732-1E1A-A1625B8B194A}"/>
              </a:ext>
            </a:extLst>
          </p:cNvPr>
          <p:cNvSpPr/>
          <p:nvPr/>
        </p:nvSpPr>
        <p:spPr>
          <a:xfrm>
            <a:off x="365760" y="2011680"/>
            <a:ext cx="502920" cy="749808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Text 9">
            <a:extLst>
              <a:ext uri="{FF2B5EF4-FFF2-40B4-BE49-F238E27FC236}">
                <a16:creationId xmlns:a16="http://schemas.microsoft.com/office/drawing/2014/main" id="{6A58A6E7-77F4-1C5D-D271-A6C44B1D45D7}"/>
              </a:ext>
            </a:extLst>
          </p:cNvPr>
          <p:cNvSpPr/>
          <p:nvPr/>
        </p:nvSpPr>
        <p:spPr>
          <a:xfrm>
            <a:off x="365760" y="201168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02</a:t>
            </a:r>
            <a:endParaRPr lang="en-US" sz="1400" dirty="0"/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D51595C2-06AB-DBF6-7B1E-91CE3AA572A8}"/>
              </a:ext>
            </a:extLst>
          </p:cNvPr>
          <p:cNvSpPr/>
          <p:nvPr/>
        </p:nvSpPr>
        <p:spPr>
          <a:xfrm>
            <a:off x="960120" y="2011680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WFSの主要コンポーネント</a:t>
            </a:r>
            <a:endParaRPr lang="en-US" sz="1300" dirty="0"/>
          </a:p>
        </p:txBody>
      </p:sp>
      <p:sp>
        <p:nvSpPr>
          <p:cNvPr id="44" name="Shape 11">
            <a:extLst>
              <a:ext uri="{FF2B5EF4-FFF2-40B4-BE49-F238E27FC236}">
                <a16:creationId xmlns:a16="http://schemas.microsoft.com/office/drawing/2014/main" id="{12A4756F-C207-5239-27FA-9BF7C26F5375}"/>
              </a:ext>
            </a:extLst>
          </p:cNvPr>
          <p:cNvSpPr/>
          <p:nvPr/>
        </p:nvSpPr>
        <p:spPr>
          <a:xfrm>
            <a:off x="365760" y="2971800"/>
            <a:ext cx="4023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12">
            <a:extLst>
              <a:ext uri="{FF2B5EF4-FFF2-40B4-BE49-F238E27FC236}">
                <a16:creationId xmlns:a16="http://schemas.microsoft.com/office/drawing/2014/main" id="{E85C9DEF-BF96-C7B9-D4A2-F625766E803A}"/>
              </a:ext>
            </a:extLst>
          </p:cNvPr>
          <p:cNvSpPr/>
          <p:nvPr/>
        </p:nvSpPr>
        <p:spPr>
          <a:xfrm>
            <a:off x="365760" y="2971800"/>
            <a:ext cx="502920" cy="749808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13">
            <a:extLst>
              <a:ext uri="{FF2B5EF4-FFF2-40B4-BE49-F238E27FC236}">
                <a16:creationId xmlns:a16="http://schemas.microsoft.com/office/drawing/2014/main" id="{A97757C9-16F8-DB26-2F37-D8E067DDB098}"/>
              </a:ext>
            </a:extLst>
          </p:cNvPr>
          <p:cNvSpPr/>
          <p:nvPr/>
        </p:nvSpPr>
        <p:spPr>
          <a:xfrm>
            <a:off x="365760" y="297180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03</a:t>
            </a:r>
            <a:endParaRPr lang="en-US" sz="1400" dirty="0"/>
          </a:p>
        </p:txBody>
      </p:sp>
      <p:sp>
        <p:nvSpPr>
          <p:cNvPr id="47" name="Text 14">
            <a:extLst>
              <a:ext uri="{FF2B5EF4-FFF2-40B4-BE49-F238E27FC236}">
                <a16:creationId xmlns:a16="http://schemas.microsoft.com/office/drawing/2014/main" id="{2B5E4342-A775-816C-D32F-70372080A44C}"/>
              </a:ext>
            </a:extLst>
          </p:cNvPr>
          <p:cNvSpPr/>
          <p:nvPr/>
        </p:nvSpPr>
        <p:spPr>
          <a:xfrm>
            <a:off x="960120" y="2971800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フロー定義の構造</a:t>
            </a:r>
            <a:endParaRPr lang="en-US" sz="1300" dirty="0"/>
          </a:p>
        </p:txBody>
      </p:sp>
      <p:sp>
        <p:nvSpPr>
          <p:cNvPr id="48" name="Shape 15">
            <a:extLst>
              <a:ext uri="{FF2B5EF4-FFF2-40B4-BE49-F238E27FC236}">
                <a16:creationId xmlns:a16="http://schemas.microsoft.com/office/drawing/2014/main" id="{7FE1A656-046F-3BBD-BBEF-E6858C2CAF04}"/>
              </a:ext>
            </a:extLst>
          </p:cNvPr>
          <p:cNvSpPr/>
          <p:nvPr/>
        </p:nvSpPr>
        <p:spPr>
          <a:xfrm>
            <a:off x="365760" y="3931920"/>
            <a:ext cx="4023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50E432C7-7774-DA15-1586-1EA5D6C78351}"/>
              </a:ext>
            </a:extLst>
          </p:cNvPr>
          <p:cNvSpPr/>
          <p:nvPr/>
        </p:nvSpPr>
        <p:spPr>
          <a:xfrm>
            <a:off x="365760" y="3931920"/>
            <a:ext cx="502920" cy="749808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" name="Text 17">
            <a:extLst>
              <a:ext uri="{FF2B5EF4-FFF2-40B4-BE49-F238E27FC236}">
                <a16:creationId xmlns:a16="http://schemas.microsoft.com/office/drawing/2014/main" id="{AA8D23D2-7FD4-D93B-C370-280FD8C3AAD3}"/>
              </a:ext>
            </a:extLst>
          </p:cNvPr>
          <p:cNvSpPr/>
          <p:nvPr/>
        </p:nvSpPr>
        <p:spPr>
          <a:xfrm>
            <a:off x="365760" y="393192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04</a:t>
            </a:r>
            <a:endParaRPr lang="en-US" sz="1400" dirty="0"/>
          </a:p>
        </p:txBody>
      </p:sp>
      <p:sp>
        <p:nvSpPr>
          <p:cNvPr id="51" name="Text 18">
            <a:extLst>
              <a:ext uri="{FF2B5EF4-FFF2-40B4-BE49-F238E27FC236}">
                <a16:creationId xmlns:a16="http://schemas.microsoft.com/office/drawing/2014/main" id="{01C9B117-09B2-D7C8-5372-269B33F997C9}"/>
              </a:ext>
            </a:extLst>
          </p:cNvPr>
          <p:cNvSpPr/>
          <p:nvPr/>
        </p:nvSpPr>
        <p:spPr>
          <a:xfrm>
            <a:off x="960120" y="3931920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申請〜承認のプロセス</a:t>
            </a:r>
            <a:endParaRPr lang="en-US" sz="1300" dirty="0"/>
          </a:p>
        </p:txBody>
      </p:sp>
      <p:sp>
        <p:nvSpPr>
          <p:cNvPr id="52" name="Shape 19">
            <a:extLst>
              <a:ext uri="{FF2B5EF4-FFF2-40B4-BE49-F238E27FC236}">
                <a16:creationId xmlns:a16="http://schemas.microsoft.com/office/drawing/2014/main" id="{AA4E6E3E-9568-E33B-0D2E-AD08E2CB4071}"/>
              </a:ext>
            </a:extLst>
          </p:cNvPr>
          <p:cNvSpPr/>
          <p:nvPr/>
        </p:nvSpPr>
        <p:spPr>
          <a:xfrm>
            <a:off x="4846320" y="1051560"/>
            <a:ext cx="4023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3" name="Shape 20">
            <a:extLst>
              <a:ext uri="{FF2B5EF4-FFF2-40B4-BE49-F238E27FC236}">
                <a16:creationId xmlns:a16="http://schemas.microsoft.com/office/drawing/2014/main" id="{905275BB-98A3-32EE-A62D-10F42CA030A9}"/>
              </a:ext>
            </a:extLst>
          </p:cNvPr>
          <p:cNvSpPr/>
          <p:nvPr/>
        </p:nvSpPr>
        <p:spPr>
          <a:xfrm>
            <a:off x="4846320" y="1051560"/>
            <a:ext cx="502920" cy="749808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Text 21">
            <a:extLst>
              <a:ext uri="{FF2B5EF4-FFF2-40B4-BE49-F238E27FC236}">
                <a16:creationId xmlns:a16="http://schemas.microsoft.com/office/drawing/2014/main" id="{0E09A217-4DAF-1CBC-59C9-2DB8516E2758}"/>
              </a:ext>
            </a:extLst>
          </p:cNvPr>
          <p:cNvSpPr/>
          <p:nvPr/>
        </p:nvSpPr>
        <p:spPr>
          <a:xfrm>
            <a:off x="4846320" y="105156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05</a:t>
            </a:r>
            <a:endParaRPr lang="en-US" sz="1400" dirty="0"/>
          </a:p>
        </p:txBody>
      </p:sp>
      <p:sp>
        <p:nvSpPr>
          <p:cNvPr id="55" name="Text 22">
            <a:extLst>
              <a:ext uri="{FF2B5EF4-FFF2-40B4-BE49-F238E27FC236}">
                <a16:creationId xmlns:a16="http://schemas.microsoft.com/office/drawing/2014/main" id="{11F82ED0-DC8D-783C-DAC8-B72555638735}"/>
              </a:ext>
            </a:extLst>
          </p:cNvPr>
          <p:cNvSpPr/>
          <p:nvPr/>
        </p:nvSpPr>
        <p:spPr>
          <a:xfrm>
            <a:off x="5440680" y="1051560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権限グループとルーティング</a:t>
            </a:r>
            <a:endParaRPr lang="en-US" sz="1300" dirty="0"/>
          </a:p>
        </p:txBody>
      </p:sp>
      <p:sp>
        <p:nvSpPr>
          <p:cNvPr id="56" name="Shape 23">
            <a:extLst>
              <a:ext uri="{FF2B5EF4-FFF2-40B4-BE49-F238E27FC236}">
                <a16:creationId xmlns:a16="http://schemas.microsoft.com/office/drawing/2014/main" id="{7F63A696-3046-1062-D380-E006695283BB}"/>
              </a:ext>
            </a:extLst>
          </p:cNvPr>
          <p:cNvSpPr/>
          <p:nvPr/>
        </p:nvSpPr>
        <p:spPr>
          <a:xfrm>
            <a:off x="4846320" y="2011680"/>
            <a:ext cx="4023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7" name="Shape 24">
            <a:extLst>
              <a:ext uri="{FF2B5EF4-FFF2-40B4-BE49-F238E27FC236}">
                <a16:creationId xmlns:a16="http://schemas.microsoft.com/office/drawing/2014/main" id="{B281DEDF-65D9-F56F-41C1-4883DB1E07A0}"/>
              </a:ext>
            </a:extLst>
          </p:cNvPr>
          <p:cNvSpPr/>
          <p:nvPr/>
        </p:nvSpPr>
        <p:spPr>
          <a:xfrm>
            <a:off x="4846320" y="2011680"/>
            <a:ext cx="502920" cy="749808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8" name="Text 25">
            <a:extLst>
              <a:ext uri="{FF2B5EF4-FFF2-40B4-BE49-F238E27FC236}">
                <a16:creationId xmlns:a16="http://schemas.microsoft.com/office/drawing/2014/main" id="{69A8EDEA-A507-6E25-A2DF-BC6E81FFEC9E}"/>
              </a:ext>
            </a:extLst>
          </p:cNvPr>
          <p:cNvSpPr/>
          <p:nvPr/>
        </p:nvSpPr>
        <p:spPr>
          <a:xfrm>
            <a:off x="4846320" y="201168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06</a:t>
            </a:r>
            <a:endParaRPr lang="en-US" sz="1400" dirty="0"/>
          </a:p>
        </p:txBody>
      </p:sp>
      <p:sp>
        <p:nvSpPr>
          <p:cNvPr id="59" name="Text 26">
            <a:extLst>
              <a:ext uri="{FF2B5EF4-FFF2-40B4-BE49-F238E27FC236}">
                <a16:creationId xmlns:a16="http://schemas.microsoft.com/office/drawing/2014/main" id="{933C4A9D-9B07-692B-3189-5D94B254541F}"/>
              </a:ext>
            </a:extLst>
          </p:cNvPr>
          <p:cNvSpPr/>
          <p:nvPr/>
        </p:nvSpPr>
        <p:spPr>
          <a:xfrm>
            <a:off x="5440680" y="2011680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代理・差し戻し・強制終了</a:t>
            </a:r>
            <a:endParaRPr lang="en-US" sz="1300" dirty="0"/>
          </a:p>
        </p:txBody>
      </p:sp>
      <p:sp>
        <p:nvSpPr>
          <p:cNvPr id="60" name="Shape 27">
            <a:extLst>
              <a:ext uri="{FF2B5EF4-FFF2-40B4-BE49-F238E27FC236}">
                <a16:creationId xmlns:a16="http://schemas.microsoft.com/office/drawing/2014/main" id="{C1465987-5BC5-F0A7-7823-A0BA78AB2CC5}"/>
              </a:ext>
            </a:extLst>
          </p:cNvPr>
          <p:cNvSpPr/>
          <p:nvPr/>
        </p:nvSpPr>
        <p:spPr>
          <a:xfrm>
            <a:off x="4846320" y="2971800"/>
            <a:ext cx="4023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1" name="Shape 28">
            <a:extLst>
              <a:ext uri="{FF2B5EF4-FFF2-40B4-BE49-F238E27FC236}">
                <a16:creationId xmlns:a16="http://schemas.microsoft.com/office/drawing/2014/main" id="{415CA858-FECE-4DE4-1EF7-599CB6EF8325}"/>
              </a:ext>
            </a:extLst>
          </p:cNvPr>
          <p:cNvSpPr/>
          <p:nvPr/>
        </p:nvSpPr>
        <p:spPr>
          <a:xfrm>
            <a:off x="4846320" y="2971800"/>
            <a:ext cx="502920" cy="749808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2" name="Text 29">
            <a:extLst>
              <a:ext uri="{FF2B5EF4-FFF2-40B4-BE49-F238E27FC236}">
                <a16:creationId xmlns:a16="http://schemas.microsoft.com/office/drawing/2014/main" id="{488E9531-1D75-8BA8-E7F5-8AD71CD200D3}"/>
              </a:ext>
            </a:extLst>
          </p:cNvPr>
          <p:cNvSpPr/>
          <p:nvPr/>
        </p:nvSpPr>
        <p:spPr>
          <a:xfrm>
            <a:off x="4846320" y="297180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07</a:t>
            </a:r>
            <a:endParaRPr lang="en-US" sz="1400" dirty="0"/>
          </a:p>
        </p:txBody>
      </p:sp>
      <p:sp>
        <p:nvSpPr>
          <p:cNvPr id="63" name="Text 30">
            <a:extLst>
              <a:ext uri="{FF2B5EF4-FFF2-40B4-BE49-F238E27FC236}">
                <a16:creationId xmlns:a16="http://schemas.microsoft.com/office/drawing/2014/main" id="{F9A7F947-ACE6-9296-E246-A676F5588725}"/>
              </a:ext>
            </a:extLst>
          </p:cNvPr>
          <p:cNvSpPr/>
          <p:nvPr/>
        </p:nvSpPr>
        <p:spPr>
          <a:xfrm>
            <a:off x="5440680" y="2971800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TALONシステムとの統合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400" dirty="0" err="1">
                <a:solidFill>
                  <a:schemeClr val="bg2">
                    <a:lumMod val="25000"/>
                  </a:scheme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ワークフロ</a:t>
            </a:r>
            <a:r>
              <a:rPr lang="en-US" altLang="ja-JP" sz="2400" dirty="0">
                <a:solidFill>
                  <a:schemeClr val="bg2">
                    <a:lumMod val="25000"/>
                  </a:scheme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ー（</a:t>
            </a:r>
            <a:r>
              <a:rPr lang="en-US" altLang="ja-JP" sz="2400" dirty="0" err="1">
                <a:solidFill>
                  <a:schemeClr val="bg2">
                    <a:lumMod val="25000"/>
                  </a:scheme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WFS）とは</a:t>
            </a:r>
            <a:endParaRPr kumimoji="1" lang="ja-JP" alt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スライド番号プレースホル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F5F81B-DE36-42D3-89DE-0645D30A867D}" type="slidenum">
              <a:rPr lang="ja-JP" altLang="en-US" smtClean="0"/>
              <a:pPr/>
              <a:t>3</a:t>
            </a:fld>
            <a:endParaRPr lang="ja-JP" altLang="en-US"/>
          </a:p>
        </p:txBody>
      </p:sp>
      <p:sp>
        <p:nvSpPr>
          <p:cNvPr id="67" name="Shape 3">
            <a:extLst>
              <a:ext uri="{FF2B5EF4-FFF2-40B4-BE49-F238E27FC236}">
                <a16:creationId xmlns:a16="http://schemas.microsoft.com/office/drawing/2014/main" id="{84887585-FD17-D4B0-F136-AB75FDD8A6C6}"/>
              </a:ext>
            </a:extLst>
          </p:cNvPr>
          <p:cNvSpPr/>
          <p:nvPr/>
        </p:nvSpPr>
        <p:spPr>
          <a:xfrm>
            <a:off x="365760" y="914400"/>
            <a:ext cx="8412480" cy="1005840"/>
          </a:xfrm>
          <a:prstGeom prst="rect">
            <a:avLst/>
          </a:prstGeom>
          <a:solidFill>
            <a:srgbClr val="EAF0FB"/>
          </a:solidFill>
          <a:ln w="12700">
            <a:solidFill>
              <a:srgbClr val="AABFE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8" name="Shape 4">
            <a:extLst>
              <a:ext uri="{FF2B5EF4-FFF2-40B4-BE49-F238E27FC236}">
                <a16:creationId xmlns:a16="http://schemas.microsoft.com/office/drawing/2014/main" id="{749BA39E-AF5A-F7A0-5763-B838DE6E5392}"/>
              </a:ext>
            </a:extLst>
          </p:cNvPr>
          <p:cNvSpPr/>
          <p:nvPr/>
        </p:nvSpPr>
        <p:spPr>
          <a:xfrm>
            <a:off x="365760" y="914400"/>
            <a:ext cx="109728" cy="100584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accent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9" name="Text 5">
            <a:extLst>
              <a:ext uri="{FF2B5EF4-FFF2-40B4-BE49-F238E27FC236}">
                <a16:creationId xmlns:a16="http://schemas.microsoft.com/office/drawing/2014/main" id="{FE6857F0-15C1-0F87-5E81-796B10357661}"/>
              </a:ext>
            </a:extLst>
          </p:cNvPr>
          <p:cNvSpPr/>
          <p:nvPr/>
        </p:nvSpPr>
        <p:spPr>
          <a:xfrm>
            <a:off x="594360" y="932688"/>
            <a:ext cx="80467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TALONのワークフロー（WFS）は、申請・審査・承認の業務プロセスを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ローコードで定義・自動化するエンジンです。承認経路・条件分岐・期限管理を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設定するだけで、複数部署にまたがる業務フローをノーコードで実装できます。</a:t>
            </a:r>
            <a:endParaRPr lang="en-US" sz="1250" dirty="0"/>
          </a:p>
        </p:txBody>
      </p:sp>
      <p:sp>
        <p:nvSpPr>
          <p:cNvPr id="70" name="Shape 6">
            <a:extLst>
              <a:ext uri="{FF2B5EF4-FFF2-40B4-BE49-F238E27FC236}">
                <a16:creationId xmlns:a16="http://schemas.microsoft.com/office/drawing/2014/main" id="{1BCF66BF-6F6F-CA91-A64C-14E1A81FCA8E}"/>
              </a:ext>
            </a:extLst>
          </p:cNvPr>
          <p:cNvSpPr/>
          <p:nvPr/>
        </p:nvSpPr>
        <p:spPr>
          <a:xfrm>
            <a:off x="365760" y="2194560"/>
            <a:ext cx="26060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1" name="Shape 7">
            <a:extLst>
              <a:ext uri="{FF2B5EF4-FFF2-40B4-BE49-F238E27FC236}">
                <a16:creationId xmlns:a16="http://schemas.microsoft.com/office/drawing/2014/main" id="{EECCE973-F132-35BA-BD92-87B81294658E}"/>
              </a:ext>
            </a:extLst>
          </p:cNvPr>
          <p:cNvSpPr/>
          <p:nvPr/>
        </p:nvSpPr>
        <p:spPr>
          <a:xfrm>
            <a:off x="365760" y="2194560"/>
            <a:ext cx="2606040" cy="109728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2" name="Text 8">
            <a:extLst>
              <a:ext uri="{FF2B5EF4-FFF2-40B4-BE49-F238E27FC236}">
                <a16:creationId xmlns:a16="http://schemas.microsoft.com/office/drawing/2014/main" id="{87F416E9-BB31-1CC2-27FA-4933B242F7A5}"/>
              </a:ext>
            </a:extLst>
          </p:cNvPr>
          <p:cNvSpPr/>
          <p:nvPr/>
        </p:nvSpPr>
        <p:spPr>
          <a:xfrm>
            <a:off x="365760" y="23317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73" name="Text 9">
            <a:extLst>
              <a:ext uri="{FF2B5EF4-FFF2-40B4-BE49-F238E27FC236}">
                <a16:creationId xmlns:a16="http://schemas.microsoft.com/office/drawing/2014/main" id="{722BC0DB-CEF2-DA2D-EAE5-AE4E5DF4D407}"/>
              </a:ext>
            </a:extLst>
          </p:cNvPr>
          <p:cNvSpPr/>
          <p:nvPr/>
        </p:nvSpPr>
        <p:spPr>
          <a:xfrm>
            <a:off x="365760" y="3017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32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業務プロセス定義</a:t>
            </a:r>
            <a:endParaRPr lang="en-US" sz="1200" dirty="0"/>
          </a:p>
        </p:txBody>
      </p:sp>
      <p:sp>
        <p:nvSpPr>
          <p:cNvPr id="74" name="Text 10">
            <a:extLst>
              <a:ext uri="{FF2B5EF4-FFF2-40B4-BE49-F238E27FC236}">
                <a16:creationId xmlns:a16="http://schemas.microsoft.com/office/drawing/2014/main" id="{14DF8DDD-30ED-4BEB-8AAD-F88BA8970196}"/>
              </a:ext>
            </a:extLst>
          </p:cNvPr>
          <p:cNvSpPr/>
          <p:nvPr/>
        </p:nvSpPr>
        <p:spPr>
          <a:xfrm>
            <a:off x="365760" y="3493008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申請種別ごとに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フローを設計</a:t>
            </a:r>
            <a:endParaRPr lang="en-US" sz="1100" dirty="0"/>
          </a:p>
        </p:txBody>
      </p:sp>
      <p:sp>
        <p:nvSpPr>
          <p:cNvPr id="75" name="Shape 11">
            <a:extLst>
              <a:ext uri="{FF2B5EF4-FFF2-40B4-BE49-F238E27FC236}">
                <a16:creationId xmlns:a16="http://schemas.microsoft.com/office/drawing/2014/main" id="{FCB24078-1C0C-1FDC-8B1D-1FDACCC28AEC}"/>
              </a:ext>
            </a:extLst>
          </p:cNvPr>
          <p:cNvSpPr/>
          <p:nvPr/>
        </p:nvSpPr>
        <p:spPr>
          <a:xfrm>
            <a:off x="3200400" y="2194560"/>
            <a:ext cx="26060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6" name="Shape 12">
            <a:extLst>
              <a:ext uri="{FF2B5EF4-FFF2-40B4-BE49-F238E27FC236}">
                <a16:creationId xmlns:a16="http://schemas.microsoft.com/office/drawing/2014/main" id="{20AC60AD-E954-72AE-F4C8-7C8C72AF2154}"/>
              </a:ext>
            </a:extLst>
          </p:cNvPr>
          <p:cNvSpPr/>
          <p:nvPr/>
        </p:nvSpPr>
        <p:spPr>
          <a:xfrm>
            <a:off x="3200400" y="2194560"/>
            <a:ext cx="2606040" cy="109728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7" name="Text 13">
            <a:extLst>
              <a:ext uri="{FF2B5EF4-FFF2-40B4-BE49-F238E27FC236}">
                <a16:creationId xmlns:a16="http://schemas.microsoft.com/office/drawing/2014/main" id="{3E315628-6C7B-3A9E-55CF-6E134B7FE3B6}"/>
              </a:ext>
            </a:extLst>
          </p:cNvPr>
          <p:cNvSpPr/>
          <p:nvPr/>
        </p:nvSpPr>
        <p:spPr>
          <a:xfrm>
            <a:off x="3200400" y="23317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🔀</a:t>
            </a:r>
            <a:endParaRPr lang="en-US" sz="2800" dirty="0"/>
          </a:p>
        </p:txBody>
      </p:sp>
      <p:sp>
        <p:nvSpPr>
          <p:cNvPr id="78" name="Text 14">
            <a:extLst>
              <a:ext uri="{FF2B5EF4-FFF2-40B4-BE49-F238E27FC236}">
                <a16:creationId xmlns:a16="http://schemas.microsoft.com/office/drawing/2014/main" id="{A76CD7F4-0840-B0A8-FD04-AAE359488E6E}"/>
              </a:ext>
            </a:extLst>
          </p:cNvPr>
          <p:cNvSpPr/>
          <p:nvPr/>
        </p:nvSpPr>
        <p:spPr>
          <a:xfrm>
            <a:off x="3200400" y="3017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32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条件分岐・並列承認</a:t>
            </a:r>
            <a:endParaRPr lang="en-US" sz="1200" dirty="0"/>
          </a:p>
        </p:txBody>
      </p:sp>
      <p:sp>
        <p:nvSpPr>
          <p:cNvPr id="79" name="Text 15">
            <a:extLst>
              <a:ext uri="{FF2B5EF4-FFF2-40B4-BE49-F238E27FC236}">
                <a16:creationId xmlns:a16="http://schemas.microsoft.com/office/drawing/2014/main" id="{071E4AA9-494E-96EB-180F-46BAB37E0633}"/>
              </a:ext>
            </a:extLst>
          </p:cNvPr>
          <p:cNvSpPr/>
          <p:nvPr/>
        </p:nvSpPr>
        <p:spPr>
          <a:xfrm>
            <a:off x="3200400" y="3493008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金額・部署・役職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など条件で自動振分</a:t>
            </a:r>
            <a:endParaRPr lang="en-US" sz="1100" dirty="0"/>
          </a:p>
        </p:txBody>
      </p:sp>
      <p:sp>
        <p:nvSpPr>
          <p:cNvPr id="80" name="Shape 16">
            <a:extLst>
              <a:ext uri="{FF2B5EF4-FFF2-40B4-BE49-F238E27FC236}">
                <a16:creationId xmlns:a16="http://schemas.microsoft.com/office/drawing/2014/main" id="{930D9923-7190-0FD3-38BF-CC27BA4230D7}"/>
              </a:ext>
            </a:extLst>
          </p:cNvPr>
          <p:cNvSpPr/>
          <p:nvPr/>
        </p:nvSpPr>
        <p:spPr>
          <a:xfrm>
            <a:off x="6035040" y="2194560"/>
            <a:ext cx="26060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1" name="Shape 17">
            <a:extLst>
              <a:ext uri="{FF2B5EF4-FFF2-40B4-BE49-F238E27FC236}">
                <a16:creationId xmlns:a16="http://schemas.microsoft.com/office/drawing/2014/main" id="{3FC13914-7E2E-8BB3-FAE5-EDD1C570095D}"/>
              </a:ext>
            </a:extLst>
          </p:cNvPr>
          <p:cNvSpPr/>
          <p:nvPr/>
        </p:nvSpPr>
        <p:spPr>
          <a:xfrm>
            <a:off x="6035040" y="2194560"/>
            <a:ext cx="2606040" cy="109728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2" name="Text 18">
            <a:extLst>
              <a:ext uri="{FF2B5EF4-FFF2-40B4-BE49-F238E27FC236}">
                <a16:creationId xmlns:a16="http://schemas.microsoft.com/office/drawing/2014/main" id="{EB1CCF54-C72D-3363-C619-9D0CB214E7DA}"/>
              </a:ext>
            </a:extLst>
          </p:cNvPr>
          <p:cNvSpPr/>
          <p:nvPr/>
        </p:nvSpPr>
        <p:spPr>
          <a:xfrm>
            <a:off x="6035040" y="23317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🔔</a:t>
            </a:r>
            <a:endParaRPr lang="en-US" sz="2800" dirty="0"/>
          </a:p>
        </p:txBody>
      </p:sp>
      <p:sp>
        <p:nvSpPr>
          <p:cNvPr id="83" name="Text 19">
            <a:extLst>
              <a:ext uri="{FF2B5EF4-FFF2-40B4-BE49-F238E27FC236}">
                <a16:creationId xmlns:a16="http://schemas.microsoft.com/office/drawing/2014/main" id="{86A30A6B-1515-33AD-1CCC-A2018259C510}"/>
              </a:ext>
            </a:extLst>
          </p:cNvPr>
          <p:cNvSpPr/>
          <p:nvPr/>
        </p:nvSpPr>
        <p:spPr>
          <a:xfrm>
            <a:off x="6035040" y="3017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32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通知・期限管理</a:t>
            </a:r>
            <a:endParaRPr lang="en-US" sz="1200" dirty="0"/>
          </a:p>
        </p:txBody>
      </p:sp>
      <p:sp>
        <p:nvSpPr>
          <p:cNvPr id="84" name="Text 20">
            <a:extLst>
              <a:ext uri="{FF2B5EF4-FFF2-40B4-BE49-F238E27FC236}">
                <a16:creationId xmlns:a16="http://schemas.microsoft.com/office/drawing/2014/main" id="{D1BAAE35-A516-0F88-7CA5-424DA42B16AC}"/>
              </a:ext>
            </a:extLst>
          </p:cNvPr>
          <p:cNvSpPr/>
          <p:nvPr/>
        </p:nvSpPr>
        <p:spPr>
          <a:xfrm>
            <a:off x="6035040" y="3493008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メール通知・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リマインダー対応</a:t>
            </a:r>
            <a:endParaRPr lang="en-US" sz="1100" dirty="0"/>
          </a:p>
        </p:txBody>
      </p:sp>
      <p:sp>
        <p:nvSpPr>
          <p:cNvPr id="85" name="Text 21">
            <a:extLst>
              <a:ext uri="{FF2B5EF4-FFF2-40B4-BE49-F238E27FC236}">
                <a16:creationId xmlns:a16="http://schemas.microsoft.com/office/drawing/2014/main" id="{7D9C51DB-E1AF-C4D0-72BE-C5C8AEAF10B2}"/>
              </a:ext>
            </a:extLst>
          </p:cNvPr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8888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</a:t>
            </a:r>
            <a:r>
              <a:rPr lang="en-US" sz="950" dirty="0" err="1">
                <a:solidFill>
                  <a:srgbClr val="88888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TALONのWFS機能はPayara上で動作し、申請データはDBに永続化されます</a:t>
            </a:r>
            <a:r>
              <a:rPr lang="en-US" sz="950" dirty="0">
                <a:solidFill>
                  <a:srgbClr val="88888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。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8AE8E-8114-2AD6-029D-DEB0DC0CF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503E58A4-2D6E-E205-7A83-A44A3AD53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02  WFS</a:t>
            </a:r>
            <a:r>
              <a:rPr kumimoji="1" lang="ja-JP" altLang="en-US" dirty="0"/>
              <a:t>の主要コンポーネント</a:t>
            </a:r>
          </a:p>
        </p:txBody>
      </p:sp>
      <p:sp>
        <p:nvSpPr>
          <p:cNvPr id="3" name="スライド番号プレースホルダ 2">
            <a:extLst>
              <a:ext uri="{FF2B5EF4-FFF2-40B4-BE49-F238E27FC236}">
                <a16:creationId xmlns:a16="http://schemas.microsoft.com/office/drawing/2014/main" id="{6D945776-9702-F23C-5AE4-CCE05B86E0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F5F81B-DE36-42D3-89DE-0645D30A867D}" type="slidenum">
              <a:rPr lang="ja-JP" altLang="en-US" smtClean="0"/>
              <a:pPr/>
              <a:t>4</a:t>
            </a:fld>
            <a:endParaRPr lang="ja-JP" altLang="en-US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C801291B-E65E-2DE2-3F6F-8C428E0E25B0}"/>
              </a:ext>
            </a:extLst>
          </p:cNvPr>
          <p:cNvSpPr/>
          <p:nvPr/>
        </p:nvSpPr>
        <p:spPr>
          <a:xfrm>
            <a:off x="695916" y="1058424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E72624E7-C291-85F6-64C8-8B369A4A4FBD}"/>
              </a:ext>
            </a:extLst>
          </p:cNvPr>
          <p:cNvSpPr/>
          <p:nvPr/>
        </p:nvSpPr>
        <p:spPr>
          <a:xfrm>
            <a:off x="695916" y="1058424"/>
            <a:ext cx="2651760" cy="420624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CC86A2E2-0317-281D-7AF8-6731B6C589C9}"/>
              </a:ext>
            </a:extLst>
          </p:cNvPr>
          <p:cNvSpPr/>
          <p:nvPr/>
        </p:nvSpPr>
        <p:spPr>
          <a:xfrm>
            <a:off x="695916" y="105842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フロー定義</a:t>
            </a:r>
            <a:endParaRPr lang="en-US" sz="1300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CC7B1757-DF85-6162-E72E-D61A9AE5830C}"/>
              </a:ext>
            </a:extLst>
          </p:cNvPr>
          <p:cNvSpPr/>
          <p:nvPr/>
        </p:nvSpPr>
        <p:spPr>
          <a:xfrm>
            <a:off x="695916" y="1515624"/>
            <a:ext cx="265176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ワークフロー全体の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設計図。ノード（工程）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とエッジ（遷移）で構成。</a:t>
            </a:r>
            <a:endParaRPr lang="en-US" sz="1100" dirty="0"/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DED85291-A54B-A858-8D2A-F31E8DEF8B50}"/>
              </a:ext>
            </a:extLst>
          </p:cNvPr>
          <p:cNvSpPr/>
          <p:nvPr/>
        </p:nvSpPr>
        <p:spPr>
          <a:xfrm>
            <a:off x="3548844" y="1058424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6836E9F1-3F99-4910-3C11-7BB47CC2088F}"/>
              </a:ext>
            </a:extLst>
          </p:cNvPr>
          <p:cNvSpPr/>
          <p:nvPr/>
        </p:nvSpPr>
        <p:spPr>
          <a:xfrm>
            <a:off x="3548844" y="1058424"/>
            <a:ext cx="2651760" cy="42062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CA3C08DA-1123-510F-876D-7C87630E8FA7}"/>
              </a:ext>
            </a:extLst>
          </p:cNvPr>
          <p:cNvSpPr/>
          <p:nvPr/>
        </p:nvSpPr>
        <p:spPr>
          <a:xfrm>
            <a:off x="3548844" y="105842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ノード</a:t>
            </a:r>
            <a:endParaRPr lang="en-US" sz="1300" dirty="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5E9A8A3D-DA1D-5959-C8C1-04904D0C9A7E}"/>
              </a:ext>
            </a:extLst>
          </p:cNvPr>
          <p:cNvSpPr/>
          <p:nvPr/>
        </p:nvSpPr>
        <p:spPr>
          <a:xfrm>
            <a:off x="3548844" y="1515624"/>
            <a:ext cx="265176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各処理工程の単位。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申請・承認・分岐・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完了など種別がある。</a:t>
            </a:r>
            <a:endParaRPr lang="en-US" sz="1100" dirty="0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1BA0B543-ADE8-064B-C796-B5CFA04D4FA4}"/>
              </a:ext>
            </a:extLst>
          </p:cNvPr>
          <p:cNvSpPr/>
          <p:nvPr/>
        </p:nvSpPr>
        <p:spPr>
          <a:xfrm>
            <a:off x="6401772" y="1058424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53C93DB3-4261-1702-899A-105C931BEB44}"/>
              </a:ext>
            </a:extLst>
          </p:cNvPr>
          <p:cNvSpPr/>
          <p:nvPr/>
        </p:nvSpPr>
        <p:spPr>
          <a:xfrm>
            <a:off x="6401772" y="1058424"/>
            <a:ext cx="2651760" cy="4206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5AF7106B-F296-C886-6910-904EDC7557D6}"/>
              </a:ext>
            </a:extLst>
          </p:cNvPr>
          <p:cNvSpPr/>
          <p:nvPr/>
        </p:nvSpPr>
        <p:spPr>
          <a:xfrm>
            <a:off x="6401772" y="105842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フォーム</a:t>
            </a:r>
            <a:endParaRPr lang="en-US" sz="130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04208BD0-D7A1-BBFB-ABC3-4F782713FB13}"/>
              </a:ext>
            </a:extLst>
          </p:cNvPr>
          <p:cNvSpPr/>
          <p:nvPr/>
        </p:nvSpPr>
        <p:spPr>
          <a:xfrm>
            <a:off x="6401772" y="1515624"/>
            <a:ext cx="265176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申請者・承認者が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入力するデータ項目。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TALON機能と連携。</a:t>
            </a:r>
            <a:endParaRPr lang="en-US" sz="1100" dirty="0"/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823A4CA5-D9C3-850F-B533-69E1D7C4F3AA}"/>
              </a:ext>
            </a:extLst>
          </p:cNvPr>
          <p:cNvSpPr/>
          <p:nvPr/>
        </p:nvSpPr>
        <p:spPr>
          <a:xfrm>
            <a:off x="695916" y="2996952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83B09877-1722-CD96-5EC0-F146D26008F9}"/>
              </a:ext>
            </a:extLst>
          </p:cNvPr>
          <p:cNvSpPr/>
          <p:nvPr/>
        </p:nvSpPr>
        <p:spPr>
          <a:xfrm>
            <a:off x="695916" y="2996952"/>
            <a:ext cx="2651760" cy="420624"/>
          </a:xfrm>
          <a:prstGeom prst="rect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9C1145E4-B033-72C8-38C2-4187586C595B}"/>
              </a:ext>
            </a:extLst>
          </p:cNvPr>
          <p:cNvSpPr/>
          <p:nvPr/>
        </p:nvSpPr>
        <p:spPr>
          <a:xfrm>
            <a:off x="695916" y="299695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ルーティング</a:t>
            </a:r>
            <a:endParaRPr lang="en-US" sz="1300" dirty="0"/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E4746F65-A74F-F3C4-0397-532FD39152E7}"/>
              </a:ext>
            </a:extLst>
          </p:cNvPr>
          <p:cNvSpPr/>
          <p:nvPr/>
        </p:nvSpPr>
        <p:spPr>
          <a:xfrm>
            <a:off x="695916" y="3454152"/>
            <a:ext cx="265176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次の担当者・グループへ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の振り分けロジック。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条件式で動的に決定。</a:t>
            </a:r>
            <a:endParaRPr lang="en-US" sz="1100" dirty="0"/>
          </a:p>
        </p:txBody>
      </p:sp>
      <p:sp>
        <p:nvSpPr>
          <p:cNvPr id="20" name="Shape 19">
            <a:extLst>
              <a:ext uri="{FF2B5EF4-FFF2-40B4-BE49-F238E27FC236}">
                <a16:creationId xmlns:a16="http://schemas.microsoft.com/office/drawing/2014/main" id="{CF875421-51C6-2DA1-F101-FE60D6A824D1}"/>
              </a:ext>
            </a:extLst>
          </p:cNvPr>
          <p:cNvSpPr/>
          <p:nvPr/>
        </p:nvSpPr>
        <p:spPr>
          <a:xfrm>
            <a:off x="3548844" y="2996952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EFDE4200-9DD7-1E27-379D-B5CE50B6C719}"/>
              </a:ext>
            </a:extLst>
          </p:cNvPr>
          <p:cNvSpPr/>
          <p:nvPr/>
        </p:nvSpPr>
        <p:spPr>
          <a:xfrm>
            <a:off x="3548844" y="2996952"/>
            <a:ext cx="2651760" cy="420624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F5F321A8-91FE-4D17-F859-06CA7157E04F}"/>
              </a:ext>
            </a:extLst>
          </p:cNvPr>
          <p:cNvSpPr/>
          <p:nvPr/>
        </p:nvSpPr>
        <p:spPr>
          <a:xfrm>
            <a:off x="3548844" y="299695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アクション</a:t>
            </a:r>
            <a:endParaRPr lang="en-US" sz="1300" dirty="0"/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809B8D45-E1C5-A5F7-0A39-DB3C5D8A5B16}"/>
              </a:ext>
            </a:extLst>
          </p:cNvPr>
          <p:cNvSpPr/>
          <p:nvPr/>
        </p:nvSpPr>
        <p:spPr>
          <a:xfrm>
            <a:off x="3548844" y="3454152"/>
            <a:ext cx="265176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承認・差し戻し・代理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などの操作。外部API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呼び出しも可能。</a:t>
            </a:r>
            <a:endParaRPr lang="en-US" sz="1100" dirty="0"/>
          </a:p>
        </p:txBody>
      </p:sp>
      <p:sp>
        <p:nvSpPr>
          <p:cNvPr id="24" name="Shape 23">
            <a:extLst>
              <a:ext uri="{FF2B5EF4-FFF2-40B4-BE49-F238E27FC236}">
                <a16:creationId xmlns:a16="http://schemas.microsoft.com/office/drawing/2014/main" id="{DE172394-D618-826C-B4FF-FAFCAAAC1DE0}"/>
              </a:ext>
            </a:extLst>
          </p:cNvPr>
          <p:cNvSpPr/>
          <p:nvPr/>
        </p:nvSpPr>
        <p:spPr>
          <a:xfrm>
            <a:off x="6401772" y="2996952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4">
            <a:extLst>
              <a:ext uri="{FF2B5EF4-FFF2-40B4-BE49-F238E27FC236}">
                <a16:creationId xmlns:a16="http://schemas.microsoft.com/office/drawing/2014/main" id="{F3DDDD1D-3069-682B-C377-A7DBE65BD166}"/>
              </a:ext>
            </a:extLst>
          </p:cNvPr>
          <p:cNvSpPr/>
          <p:nvPr/>
        </p:nvSpPr>
        <p:spPr>
          <a:xfrm>
            <a:off x="6401772" y="2996952"/>
            <a:ext cx="2651760" cy="420624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46F592A3-50CD-F5B8-2562-5DEE97DF131A}"/>
              </a:ext>
            </a:extLst>
          </p:cNvPr>
          <p:cNvSpPr/>
          <p:nvPr/>
        </p:nvSpPr>
        <p:spPr>
          <a:xfrm>
            <a:off x="6401772" y="299695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⑥ 通知設定</a:t>
            </a:r>
            <a:endParaRPr lang="en-US" sz="1300" dirty="0"/>
          </a:p>
        </p:txBody>
      </p:sp>
      <p:sp>
        <p:nvSpPr>
          <p:cNvPr id="27" name="Text 26">
            <a:extLst>
              <a:ext uri="{FF2B5EF4-FFF2-40B4-BE49-F238E27FC236}">
                <a16:creationId xmlns:a16="http://schemas.microsoft.com/office/drawing/2014/main" id="{8E8647CF-5866-D480-FDCA-0D4A7972731F}"/>
              </a:ext>
            </a:extLst>
          </p:cNvPr>
          <p:cNvSpPr/>
          <p:nvPr/>
        </p:nvSpPr>
        <p:spPr>
          <a:xfrm>
            <a:off x="6401772" y="3454152"/>
            <a:ext cx="265176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各工程での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メール通知・期限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アラート設定。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475229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DF716-BCF2-A717-3B73-D5281D452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BE26874E-6F16-E41F-B3F3-A58E87711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400" dirty="0">
                <a:solidFill>
                  <a:schemeClr val="bg2">
                    <a:lumMod val="25000"/>
                  </a:scheme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03  </a:t>
            </a:r>
            <a:r>
              <a:rPr lang="en-US" altLang="ja-JP" sz="2400" dirty="0" err="1">
                <a:solidFill>
                  <a:schemeClr val="bg2">
                    <a:lumMod val="25000"/>
                  </a:scheme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フロー定義の構造</a:t>
            </a:r>
            <a:endParaRPr lang="en-US" altLang="ja-JP" sz="2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A0B542E3-3964-8224-E651-84B60B00D058}"/>
              </a:ext>
            </a:extLst>
          </p:cNvPr>
          <p:cNvSpPr/>
          <p:nvPr/>
        </p:nvSpPr>
        <p:spPr>
          <a:xfrm>
            <a:off x="894804" y="1543032"/>
            <a:ext cx="1188720" cy="777240"/>
          </a:xfrm>
          <a:prstGeom prst="ellipse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3" name="Text 4">
            <a:extLst>
              <a:ext uri="{FF2B5EF4-FFF2-40B4-BE49-F238E27FC236}">
                <a16:creationId xmlns:a16="http://schemas.microsoft.com/office/drawing/2014/main" id="{6A09E581-5124-62E0-EDCA-13C0A7B34A3E}"/>
              </a:ext>
            </a:extLst>
          </p:cNvPr>
          <p:cNvSpPr/>
          <p:nvPr/>
        </p:nvSpPr>
        <p:spPr>
          <a:xfrm>
            <a:off x="894804" y="1543032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START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(申請)</a:t>
            </a:r>
            <a:endParaRPr lang="en-US" sz="1100" dirty="0"/>
          </a:p>
        </p:txBody>
      </p:sp>
      <p:sp>
        <p:nvSpPr>
          <p:cNvPr id="44" name="Shape 5">
            <a:extLst>
              <a:ext uri="{FF2B5EF4-FFF2-40B4-BE49-F238E27FC236}">
                <a16:creationId xmlns:a16="http://schemas.microsoft.com/office/drawing/2014/main" id="{82F37071-3794-B3BD-642E-4BFDFFB3586E}"/>
              </a:ext>
            </a:extLst>
          </p:cNvPr>
          <p:cNvSpPr/>
          <p:nvPr/>
        </p:nvSpPr>
        <p:spPr>
          <a:xfrm>
            <a:off x="2083524" y="1931652"/>
            <a:ext cx="411480" cy="0"/>
          </a:xfrm>
          <a:prstGeom prst="line">
            <a:avLst/>
          </a:prstGeom>
          <a:noFill/>
          <a:ln w="25400">
            <a:solidFill>
              <a:srgbClr val="C8CDD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6">
            <a:extLst>
              <a:ext uri="{FF2B5EF4-FFF2-40B4-BE49-F238E27FC236}">
                <a16:creationId xmlns:a16="http://schemas.microsoft.com/office/drawing/2014/main" id="{A3CF89AE-09D9-AE72-2030-A664A46A1D46}"/>
              </a:ext>
            </a:extLst>
          </p:cNvPr>
          <p:cNvSpPr/>
          <p:nvPr/>
        </p:nvSpPr>
        <p:spPr>
          <a:xfrm>
            <a:off x="2293836" y="179449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CDD8"/>
                </a:solidFill>
              </a:rPr>
              <a:t>▶</a:t>
            </a:r>
            <a:endParaRPr lang="en-US" sz="900" dirty="0"/>
          </a:p>
        </p:txBody>
      </p:sp>
      <p:sp>
        <p:nvSpPr>
          <p:cNvPr id="46" name="Shape 7">
            <a:extLst>
              <a:ext uri="{FF2B5EF4-FFF2-40B4-BE49-F238E27FC236}">
                <a16:creationId xmlns:a16="http://schemas.microsoft.com/office/drawing/2014/main" id="{CB32F69B-98A8-FEEC-7C8F-A12A66CD662B}"/>
              </a:ext>
            </a:extLst>
          </p:cNvPr>
          <p:cNvSpPr/>
          <p:nvPr/>
        </p:nvSpPr>
        <p:spPr>
          <a:xfrm>
            <a:off x="2495004" y="1543032"/>
            <a:ext cx="1188720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7" name="Text 8">
            <a:extLst>
              <a:ext uri="{FF2B5EF4-FFF2-40B4-BE49-F238E27FC236}">
                <a16:creationId xmlns:a16="http://schemas.microsoft.com/office/drawing/2014/main" id="{08E48493-B36D-49EE-CF8C-D43F0132B375}"/>
              </a:ext>
            </a:extLst>
          </p:cNvPr>
          <p:cNvSpPr/>
          <p:nvPr/>
        </p:nvSpPr>
        <p:spPr>
          <a:xfrm>
            <a:off x="2495004" y="1543032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担当者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確認</a:t>
            </a:r>
            <a:endParaRPr lang="en-US" sz="1100" dirty="0"/>
          </a:p>
        </p:txBody>
      </p:sp>
      <p:sp>
        <p:nvSpPr>
          <p:cNvPr id="48" name="Shape 9">
            <a:extLst>
              <a:ext uri="{FF2B5EF4-FFF2-40B4-BE49-F238E27FC236}">
                <a16:creationId xmlns:a16="http://schemas.microsoft.com/office/drawing/2014/main" id="{28F2AE8C-C105-25A1-5487-FC138E707575}"/>
              </a:ext>
            </a:extLst>
          </p:cNvPr>
          <p:cNvSpPr/>
          <p:nvPr/>
        </p:nvSpPr>
        <p:spPr>
          <a:xfrm>
            <a:off x="3683724" y="1931652"/>
            <a:ext cx="411480" cy="0"/>
          </a:xfrm>
          <a:prstGeom prst="line">
            <a:avLst/>
          </a:prstGeom>
          <a:noFill/>
          <a:ln w="25400">
            <a:solidFill>
              <a:srgbClr val="C8CDD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Text 10">
            <a:extLst>
              <a:ext uri="{FF2B5EF4-FFF2-40B4-BE49-F238E27FC236}">
                <a16:creationId xmlns:a16="http://schemas.microsoft.com/office/drawing/2014/main" id="{B7E76D41-F790-C8D2-E05D-E605B5EAC834}"/>
              </a:ext>
            </a:extLst>
          </p:cNvPr>
          <p:cNvSpPr/>
          <p:nvPr/>
        </p:nvSpPr>
        <p:spPr>
          <a:xfrm>
            <a:off x="3894036" y="179449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CDD8"/>
                </a:solidFill>
              </a:rPr>
              <a:t>▶</a:t>
            </a:r>
            <a:endParaRPr lang="en-US" sz="900" dirty="0"/>
          </a:p>
        </p:txBody>
      </p:sp>
      <p:sp>
        <p:nvSpPr>
          <p:cNvPr id="50" name="Shape 11">
            <a:extLst>
              <a:ext uri="{FF2B5EF4-FFF2-40B4-BE49-F238E27FC236}">
                <a16:creationId xmlns:a16="http://schemas.microsoft.com/office/drawing/2014/main" id="{2B7AE6C9-2495-609C-007A-AFDE49ADB3C2}"/>
              </a:ext>
            </a:extLst>
          </p:cNvPr>
          <p:cNvSpPr/>
          <p:nvPr/>
        </p:nvSpPr>
        <p:spPr>
          <a:xfrm>
            <a:off x="4095204" y="1543032"/>
            <a:ext cx="1188720" cy="777240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1" name="Text 12">
            <a:extLst>
              <a:ext uri="{FF2B5EF4-FFF2-40B4-BE49-F238E27FC236}">
                <a16:creationId xmlns:a16="http://schemas.microsoft.com/office/drawing/2014/main" id="{4055B16B-D1C9-321B-C496-2626D517CEA8}"/>
              </a:ext>
            </a:extLst>
          </p:cNvPr>
          <p:cNvSpPr/>
          <p:nvPr/>
        </p:nvSpPr>
        <p:spPr>
          <a:xfrm>
            <a:off x="4095204" y="1543032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上長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承認</a:t>
            </a:r>
            <a:endParaRPr lang="en-US" sz="1100" dirty="0"/>
          </a:p>
        </p:txBody>
      </p:sp>
      <p:sp>
        <p:nvSpPr>
          <p:cNvPr id="52" name="Shape 13">
            <a:extLst>
              <a:ext uri="{FF2B5EF4-FFF2-40B4-BE49-F238E27FC236}">
                <a16:creationId xmlns:a16="http://schemas.microsoft.com/office/drawing/2014/main" id="{770D53F6-2C92-11DD-8BA6-9573A6C3307D}"/>
              </a:ext>
            </a:extLst>
          </p:cNvPr>
          <p:cNvSpPr/>
          <p:nvPr/>
        </p:nvSpPr>
        <p:spPr>
          <a:xfrm>
            <a:off x="5283924" y="1931652"/>
            <a:ext cx="411480" cy="0"/>
          </a:xfrm>
          <a:prstGeom prst="line">
            <a:avLst/>
          </a:prstGeom>
          <a:noFill/>
          <a:ln w="25400">
            <a:solidFill>
              <a:srgbClr val="C8CDD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Text 14">
            <a:extLst>
              <a:ext uri="{FF2B5EF4-FFF2-40B4-BE49-F238E27FC236}">
                <a16:creationId xmlns:a16="http://schemas.microsoft.com/office/drawing/2014/main" id="{D987F0F5-B28D-31C8-2C07-586E374A3592}"/>
              </a:ext>
            </a:extLst>
          </p:cNvPr>
          <p:cNvSpPr/>
          <p:nvPr/>
        </p:nvSpPr>
        <p:spPr>
          <a:xfrm>
            <a:off x="5494236" y="179449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CDD8"/>
                </a:solidFill>
              </a:rPr>
              <a:t>▶</a:t>
            </a:r>
            <a:endParaRPr lang="en-US" sz="900" dirty="0"/>
          </a:p>
        </p:txBody>
      </p:sp>
      <p:sp>
        <p:nvSpPr>
          <p:cNvPr id="54" name="Shape 15">
            <a:extLst>
              <a:ext uri="{FF2B5EF4-FFF2-40B4-BE49-F238E27FC236}">
                <a16:creationId xmlns:a16="http://schemas.microsoft.com/office/drawing/2014/main" id="{BCF3C07C-7E7D-764E-7D09-73D6EC7C6723}"/>
              </a:ext>
            </a:extLst>
          </p:cNvPr>
          <p:cNvSpPr/>
          <p:nvPr/>
        </p:nvSpPr>
        <p:spPr>
          <a:xfrm>
            <a:off x="5695404" y="1543032"/>
            <a:ext cx="1188720" cy="7772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5" name="Text 16">
            <a:extLst>
              <a:ext uri="{FF2B5EF4-FFF2-40B4-BE49-F238E27FC236}">
                <a16:creationId xmlns:a16="http://schemas.microsoft.com/office/drawing/2014/main" id="{53F62DD7-C68A-EFFD-6681-112EFB0E6ABC}"/>
              </a:ext>
            </a:extLst>
          </p:cNvPr>
          <p:cNvSpPr/>
          <p:nvPr/>
        </p:nvSpPr>
        <p:spPr>
          <a:xfrm>
            <a:off x="5695404" y="1543032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部門長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最終</a:t>
            </a:r>
            <a:endParaRPr lang="en-US" sz="1100" dirty="0"/>
          </a:p>
        </p:txBody>
      </p:sp>
      <p:sp>
        <p:nvSpPr>
          <p:cNvPr id="56" name="Shape 17">
            <a:extLst>
              <a:ext uri="{FF2B5EF4-FFF2-40B4-BE49-F238E27FC236}">
                <a16:creationId xmlns:a16="http://schemas.microsoft.com/office/drawing/2014/main" id="{3A74067C-9978-5E04-F2E2-2DC008D0FBDE}"/>
              </a:ext>
            </a:extLst>
          </p:cNvPr>
          <p:cNvSpPr/>
          <p:nvPr/>
        </p:nvSpPr>
        <p:spPr>
          <a:xfrm>
            <a:off x="6884124" y="1931652"/>
            <a:ext cx="411480" cy="0"/>
          </a:xfrm>
          <a:prstGeom prst="line">
            <a:avLst/>
          </a:prstGeom>
          <a:noFill/>
          <a:ln w="25400">
            <a:solidFill>
              <a:srgbClr val="C8CDD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" name="Text 18">
            <a:extLst>
              <a:ext uri="{FF2B5EF4-FFF2-40B4-BE49-F238E27FC236}">
                <a16:creationId xmlns:a16="http://schemas.microsoft.com/office/drawing/2014/main" id="{FBC7109B-AAE7-484A-7391-D152067F3CF8}"/>
              </a:ext>
            </a:extLst>
          </p:cNvPr>
          <p:cNvSpPr/>
          <p:nvPr/>
        </p:nvSpPr>
        <p:spPr>
          <a:xfrm>
            <a:off x="7094436" y="179449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CDD8"/>
                </a:solidFill>
              </a:rPr>
              <a:t>▶</a:t>
            </a:r>
            <a:endParaRPr lang="en-US" sz="900" dirty="0"/>
          </a:p>
        </p:txBody>
      </p:sp>
      <p:sp>
        <p:nvSpPr>
          <p:cNvPr id="58" name="Shape 19">
            <a:extLst>
              <a:ext uri="{FF2B5EF4-FFF2-40B4-BE49-F238E27FC236}">
                <a16:creationId xmlns:a16="http://schemas.microsoft.com/office/drawing/2014/main" id="{1D7DA430-3BEF-35F2-846B-E8CE9C4E945B}"/>
              </a:ext>
            </a:extLst>
          </p:cNvPr>
          <p:cNvSpPr/>
          <p:nvPr/>
        </p:nvSpPr>
        <p:spPr>
          <a:xfrm>
            <a:off x="7295604" y="1543032"/>
            <a:ext cx="1188720" cy="77724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5CD50377-AA37-F158-EDA9-B9ADA09E21F4}"/>
              </a:ext>
            </a:extLst>
          </p:cNvPr>
          <p:cNvSpPr/>
          <p:nvPr/>
        </p:nvSpPr>
        <p:spPr>
          <a:xfrm>
            <a:off x="7295604" y="1543032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(完了)</a:t>
            </a:r>
            <a:endParaRPr lang="en-US" sz="1100" dirty="0"/>
          </a:p>
        </p:txBody>
      </p:sp>
      <p:sp>
        <p:nvSpPr>
          <p:cNvPr id="60" name="Shape 21">
            <a:extLst>
              <a:ext uri="{FF2B5EF4-FFF2-40B4-BE49-F238E27FC236}">
                <a16:creationId xmlns:a16="http://schemas.microsoft.com/office/drawing/2014/main" id="{5BA909D5-9D04-A7B1-CCBE-C35BD3029184}"/>
              </a:ext>
            </a:extLst>
          </p:cNvPr>
          <p:cNvSpPr/>
          <p:nvPr/>
        </p:nvSpPr>
        <p:spPr>
          <a:xfrm>
            <a:off x="830796" y="2640312"/>
            <a:ext cx="8412480" cy="329184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1" name="Text 22">
            <a:extLst>
              <a:ext uri="{FF2B5EF4-FFF2-40B4-BE49-F238E27FC236}">
                <a16:creationId xmlns:a16="http://schemas.microsoft.com/office/drawing/2014/main" id="{E47C5F9F-6FF7-A789-5540-DFB352609D1F}"/>
              </a:ext>
            </a:extLst>
          </p:cNvPr>
          <p:cNvSpPr/>
          <p:nvPr/>
        </p:nvSpPr>
        <p:spPr>
          <a:xfrm>
            <a:off x="830796" y="264031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ノード種別と役割</a:t>
            </a:r>
            <a:endParaRPr lang="en-US" sz="1200" dirty="0"/>
          </a:p>
        </p:txBody>
      </p:sp>
      <p:sp>
        <p:nvSpPr>
          <p:cNvPr id="62" name="Shape 23">
            <a:extLst>
              <a:ext uri="{FF2B5EF4-FFF2-40B4-BE49-F238E27FC236}">
                <a16:creationId xmlns:a16="http://schemas.microsoft.com/office/drawing/2014/main" id="{0A7583BE-D32C-2EC9-D9D1-BFC0C1AF6DC4}"/>
              </a:ext>
            </a:extLst>
          </p:cNvPr>
          <p:cNvSpPr/>
          <p:nvPr/>
        </p:nvSpPr>
        <p:spPr>
          <a:xfrm>
            <a:off x="830796" y="2969496"/>
            <a:ext cx="2286000" cy="438912"/>
          </a:xfrm>
          <a:prstGeom prst="rect">
            <a:avLst/>
          </a:prstGeom>
          <a:solidFill>
            <a:srgbClr val="EAF0FB"/>
          </a:solidFill>
          <a:ln w="12700">
            <a:solidFill>
              <a:srgbClr val="C8CDD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Text 24">
            <a:extLst>
              <a:ext uri="{FF2B5EF4-FFF2-40B4-BE49-F238E27FC236}">
                <a16:creationId xmlns:a16="http://schemas.microsoft.com/office/drawing/2014/main" id="{3C5F1E84-5CAE-0E48-6313-2843F4793C1B}"/>
              </a:ext>
            </a:extLst>
          </p:cNvPr>
          <p:cNvSpPr/>
          <p:nvPr/>
        </p:nvSpPr>
        <p:spPr>
          <a:xfrm>
            <a:off x="903948" y="2969496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32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ノード種別</a:t>
            </a:r>
            <a:endParaRPr lang="en-US" sz="1100" dirty="0"/>
          </a:p>
        </p:txBody>
      </p:sp>
      <p:sp>
        <p:nvSpPr>
          <p:cNvPr id="64" name="Shape 25">
            <a:extLst>
              <a:ext uri="{FF2B5EF4-FFF2-40B4-BE49-F238E27FC236}">
                <a16:creationId xmlns:a16="http://schemas.microsoft.com/office/drawing/2014/main" id="{5ED38C9F-2642-CD73-D89B-2B44F87764C6}"/>
              </a:ext>
            </a:extLst>
          </p:cNvPr>
          <p:cNvSpPr/>
          <p:nvPr/>
        </p:nvSpPr>
        <p:spPr>
          <a:xfrm>
            <a:off x="3116796" y="2969496"/>
            <a:ext cx="2743200" cy="438912"/>
          </a:xfrm>
          <a:prstGeom prst="rect">
            <a:avLst/>
          </a:prstGeom>
          <a:solidFill>
            <a:srgbClr val="EAF0FB"/>
          </a:solidFill>
          <a:ln w="12700">
            <a:solidFill>
              <a:srgbClr val="C8CDD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5" name="Text 26">
            <a:extLst>
              <a:ext uri="{FF2B5EF4-FFF2-40B4-BE49-F238E27FC236}">
                <a16:creationId xmlns:a16="http://schemas.microsoft.com/office/drawing/2014/main" id="{CEC0C4C1-4BAC-22F9-AB93-3C0120CF9141}"/>
              </a:ext>
            </a:extLst>
          </p:cNvPr>
          <p:cNvSpPr/>
          <p:nvPr/>
        </p:nvSpPr>
        <p:spPr>
          <a:xfrm>
            <a:off x="3189948" y="2969496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32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用途</a:t>
            </a:r>
            <a:endParaRPr lang="en-US" sz="1100" dirty="0"/>
          </a:p>
        </p:txBody>
      </p:sp>
      <p:sp>
        <p:nvSpPr>
          <p:cNvPr id="66" name="Shape 27">
            <a:extLst>
              <a:ext uri="{FF2B5EF4-FFF2-40B4-BE49-F238E27FC236}">
                <a16:creationId xmlns:a16="http://schemas.microsoft.com/office/drawing/2014/main" id="{CB4A6F81-7E17-DA96-5D11-341405773183}"/>
              </a:ext>
            </a:extLst>
          </p:cNvPr>
          <p:cNvSpPr/>
          <p:nvPr/>
        </p:nvSpPr>
        <p:spPr>
          <a:xfrm>
            <a:off x="5859996" y="2969496"/>
            <a:ext cx="3383280" cy="438912"/>
          </a:xfrm>
          <a:prstGeom prst="rect">
            <a:avLst/>
          </a:prstGeom>
          <a:solidFill>
            <a:srgbClr val="EAF0FB"/>
          </a:solidFill>
          <a:ln w="12700">
            <a:solidFill>
              <a:srgbClr val="C8CDD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7" name="Text 28">
            <a:extLst>
              <a:ext uri="{FF2B5EF4-FFF2-40B4-BE49-F238E27FC236}">
                <a16:creationId xmlns:a16="http://schemas.microsoft.com/office/drawing/2014/main" id="{5E4EF5F6-98DF-6172-059A-345F3FBD4376}"/>
              </a:ext>
            </a:extLst>
          </p:cNvPr>
          <p:cNvSpPr/>
          <p:nvPr/>
        </p:nvSpPr>
        <p:spPr>
          <a:xfrm>
            <a:off x="5933148" y="2969496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32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主な設定項目</a:t>
            </a:r>
            <a:endParaRPr lang="en-US" sz="1100" dirty="0"/>
          </a:p>
        </p:txBody>
      </p:sp>
      <p:sp>
        <p:nvSpPr>
          <p:cNvPr id="68" name="Shape 29">
            <a:extLst>
              <a:ext uri="{FF2B5EF4-FFF2-40B4-BE49-F238E27FC236}">
                <a16:creationId xmlns:a16="http://schemas.microsoft.com/office/drawing/2014/main" id="{DF729209-26C7-7FC2-743A-1C6BD3D824DA}"/>
              </a:ext>
            </a:extLst>
          </p:cNvPr>
          <p:cNvSpPr/>
          <p:nvPr/>
        </p:nvSpPr>
        <p:spPr>
          <a:xfrm>
            <a:off x="830796" y="3408408"/>
            <a:ext cx="2286000" cy="438912"/>
          </a:xfrm>
          <a:prstGeom prst="rect">
            <a:avLst/>
          </a:prstGeom>
          <a:solidFill>
            <a:srgbClr val="F8F9FC"/>
          </a:solidFill>
          <a:ln w="12700">
            <a:solidFill>
              <a:srgbClr val="C8CDD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9" name="Text 30">
            <a:extLst>
              <a:ext uri="{FF2B5EF4-FFF2-40B4-BE49-F238E27FC236}">
                <a16:creationId xmlns:a16="http://schemas.microsoft.com/office/drawing/2014/main" id="{64561DC5-7684-2B65-E140-8AE2165F693B}"/>
              </a:ext>
            </a:extLst>
          </p:cNvPr>
          <p:cNvSpPr/>
          <p:nvPr/>
        </p:nvSpPr>
        <p:spPr>
          <a:xfrm>
            <a:off x="903948" y="3408408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申請ノード</a:t>
            </a:r>
            <a:endParaRPr lang="en-US" sz="1050" dirty="0"/>
          </a:p>
        </p:txBody>
      </p:sp>
      <p:sp>
        <p:nvSpPr>
          <p:cNvPr id="70" name="Shape 31">
            <a:extLst>
              <a:ext uri="{FF2B5EF4-FFF2-40B4-BE49-F238E27FC236}">
                <a16:creationId xmlns:a16="http://schemas.microsoft.com/office/drawing/2014/main" id="{877ADEFD-18A4-DA31-2A18-00EAEF3122A9}"/>
              </a:ext>
            </a:extLst>
          </p:cNvPr>
          <p:cNvSpPr/>
          <p:nvPr/>
        </p:nvSpPr>
        <p:spPr>
          <a:xfrm>
            <a:off x="3116796" y="3408408"/>
            <a:ext cx="2743200" cy="438912"/>
          </a:xfrm>
          <a:prstGeom prst="rect">
            <a:avLst/>
          </a:prstGeom>
          <a:solidFill>
            <a:srgbClr val="F8F9FC"/>
          </a:solidFill>
          <a:ln w="12700">
            <a:solidFill>
              <a:srgbClr val="C8CDD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1" name="Text 32">
            <a:extLst>
              <a:ext uri="{FF2B5EF4-FFF2-40B4-BE49-F238E27FC236}">
                <a16:creationId xmlns:a16="http://schemas.microsoft.com/office/drawing/2014/main" id="{7C89DD13-DF73-BDFA-D28E-824FA88AB24B}"/>
              </a:ext>
            </a:extLst>
          </p:cNvPr>
          <p:cNvSpPr/>
          <p:nvPr/>
        </p:nvSpPr>
        <p:spPr>
          <a:xfrm>
            <a:off x="3189948" y="340840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起票・フォーム入力</a:t>
            </a:r>
            <a:endParaRPr lang="en-US" sz="1050" dirty="0"/>
          </a:p>
        </p:txBody>
      </p:sp>
      <p:sp>
        <p:nvSpPr>
          <p:cNvPr id="72" name="Shape 33">
            <a:extLst>
              <a:ext uri="{FF2B5EF4-FFF2-40B4-BE49-F238E27FC236}">
                <a16:creationId xmlns:a16="http://schemas.microsoft.com/office/drawing/2014/main" id="{78BE9060-78BF-E143-B390-844F68B6326B}"/>
              </a:ext>
            </a:extLst>
          </p:cNvPr>
          <p:cNvSpPr/>
          <p:nvPr/>
        </p:nvSpPr>
        <p:spPr>
          <a:xfrm>
            <a:off x="5859996" y="3408408"/>
            <a:ext cx="3383280" cy="438912"/>
          </a:xfrm>
          <a:prstGeom prst="rect">
            <a:avLst/>
          </a:prstGeom>
          <a:solidFill>
            <a:srgbClr val="F8F9FC"/>
          </a:solidFill>
          <a:ln w="12700">
            <a:solidFill>
              <a:srgbClr val="C8CDD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3" name="Text 34">
            <a:extLst>
              <a:ext uri="{FF2B5EF4-FFF2-40B4-BE49-F238E27FC236}">
                <a16:creationId xmlns:a16="http://schemas.microsoft.com/office/drawing/2014/main" id="{5AD5D83E-A17C-FDD2-BA3B-E1A1E4F89EB9}"/>
              </a:ext>
            </a:extLst>
          </p:cNvPr>
          <p:cNvSpPr/>
          <p:nvPr/>
        </p:nvSpPr>
        <p:spPr>
          <a:xfrm>
            <a:off x="5933148" y="340840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フォームID・ルーティング先</a:t>
            </a:r>
            <a:endParaRPr lang="en-US" sz="1050" dirty="0"/>
          </a:p>
        </p:txBody>
      </p:sp>
      <p:sp>
        <p:nvSpPr>
          <p:cNvPr id="74" name="Shape 35">
            <a:extLst>
              <a:ext uri="{FF2B5EF4-FFF2-40B4-BE49-F238E27FC236}">
                <a16:creationId xmlns:a16="http://schemas.microsoft.com/office/drawing/2014/main" id="{E4135FE5-EB0A-102A-5FD2-75DBF90D7622}"/>
              </a:ext>
            </a:extLst>
          </p:cNvPr>
          <p:cNvSpPr/>
          <p:nvPr/>
        </p:nvSpPr>
        <p:spPr>
          <a:xfrm>
            <a:off x="830796" y="3847320"/>
            <a:ext cx="2286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5" name="Text 36">
            <a:extLst>
              <a:ext uri="{FF2B5EF4-FFF2-40B4-BE49-F238E27FC236}">
                <a16:creationId xmlns:a16="http://schemas.microsoft.com/office/drawing/2014/main" id="{C093A638-E3C0-AE99-F203-B69FA5241BFB}"/>
              </a:ext>
            </a:extLst>
          </p:cNvPr>
          <p:cNvSpPr/>
          <p:nvPr/>
        </p:nvSpPr>
        <p:spPr>
          <a:xfrm>
            <a:off x="903948" y="384732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承認ノード</a:t>
            </a:r>
            <a:endParaRPr lang="en-US" sz="1050" dirty="0"/>
          </a:p>
        </p:txBody>
      </p:sp>
      <p:sp>
        <p:nvSpPr>
          <p:cNvPr id="76" name="Shape 37">
            <a:extLst>
              <a:ext uri="{FF2B5EF4-FFF2-40B4-BE49-F238E27FC236}">
                <a16:creationId xmlns:a16="http://schemas.microsoft.com/office/drawing/2014/main" id="{64420AE3-B793-9F35-1D48-53A7937FA9E5}"/>
              </a:ext>
            </a:extLst>
          </p:cNvPr>
          <p:cNvSpPr/>
          <p:nvPr/>
        </p:nvSpPr>
        <p:spPr>
          <a:xfrm>
            <a:off x="3116796" y="3847320"/>
            <a:ext cx="2743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7" name="Text 38">
            <a:extLst>
              <a:ext uri="{FF2B5EF4-FFF2-40B4-BE49-F238E27FC236}">
                <a16:creationId xmlns:a16="http://schemas.microsoft.com/office/drawing/2014/main" id="{137BF8C4-34C3-F23B-DE5F-8DF2667385D9}"/>
              </a:ext>
            </a:extLst>
          </p:cNvPr>
          <p:cNvSpPr/>
          <p:nvPr/>
        </p:nvSpPr>
        <p:spPr>
          <a:xfrm>
            <a:off x="3189948" y="384732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承認者の確認・決裁</a:t>
            </a:r>
            <a:endParaRPr lang="en-US" sz="1050" dirty="0"/>
          </a:p>
        </p:txBody>
      </p:sp>
      <p:sp>
        <p:nvSpPr>
          <p:cNvPr id="78" name="Shape 39">
            <a:extLst>
              <a:ext uri="{FF2B5EF4-FFF2-40B4-BE49-F238E27FC236}">
                <a16:creationId xmlns:a16="http://schemas.microsoft.com/office/drawing/2014/main" id="{784366F6-5CF0-3D79-68B3-E470FB38B9FE}"/>
              </a:ext>
            </a:extLst>
          </p:cNvPr>
          <p:cNvSpPr/>
          <p:nvPr/>
        </p:nvSpPr>
        <p:spPr>
          <a:xfrm>
            <a:off x="5859996" y="3847320"/>
            <a:ext cx="3383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9" name="Text 40">
            <a:extLst>
              <a:ext uri="{FF2B5EF4-FFF2-40B4-BE49-F238E27FC236}">
                <a16:creationId xmlns:a16="http://schemas.microsoft.com/office/drawing/2014/main" id="{D45BC5C9-DE0E-9620-CEB0-1053A5C230C5}"/>
              </a:ext>
            </a:extLst>
          </p:cNvPr>
          <p:cNvSpPr/>
          <p:nvPr/>
        </p:nvSpPr>
        <p:spPr>
          <a:xfrm>
            <a:off x="5933148" y="384732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担当グループ・期限・代理設定</a:t>
            </a:r>
            <a:endParaRPr lang="en-US" sz="1050" dirty="0"/>
          </a:p>
        </p:txBody>
      </p:sp>
      <p:sp>
        <p:nvSpPr>
          <p:cNvPr id="80" name="Shape 41">
            <a:extLst>
              <a:ext uri="{FF2B5EF4-FFF2-40B4-BE49-F238E27FC236}">
                <a16:creationId xmlns:a16="http://schemas.microsoft.com/office/drawing/2014/main" id="{46CBB138-7B34-8CA3-9FAE-03BF90CA4163}"/>
              </a:ext>
            </a:extLst>
          </p:cNvPr>
          <p:cNvSpPr/>
          <p:nvPr/>
        </p:nvSpPr>
        <p:spPr>
          <a:xfrm>
            <a:off x="830796" y="4286232"/>
            <a:ext cx="2286000" cy="438912"/>
          </a:xfrm>
          <a:prstGeom prst="rect">
            <a:avLst/>
          </a:prstGeom>
          <a:solidFill>
            <a:srgbClr val="F8F9FC"/>
          </a:solidFill>
          <a:ln w="12700">
            <a:solidFill>
              <a:srgbClr val="C8CDD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1" name="Text 42">
            <a:extLst>
              <a:ext uri="{FF2B5EF4-FFF2-40B4-BE49-F238E27FC236}">
                <a16:creationId xmlns:a16="http://schemas.microsoft.com/office/drawing/2014/main" id="{97806095-7532-B4BA-8407-B84C72A2DE63}"/>
              </a:ext>
            </a:extLst>
          </p:cNvPr>
          <p:cNvSpPr/>
          <p:nvPr/>
        </p:nvSpPr>
        <p:spPr>
          <a:xfrm>
            <a:off x="903948" y="4286232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分岐ノード</a:t>
            </a:r>
            <a:endParaRPr lang="en-US" sz="1050" dirty="0"/>
          </a:p>
        </p:txBody>
      </p:sp>
      <p:sp>
        <p:nvSpPr>
          <p:cNvPr id="82" name="Shape 43">
            <a:extLst>
              <a:ext uri="{FF2B5EF4-FFF2-40B4-BE49-F238E27FC236}">
                <a16:creationId xmlns:a16="http://schemas.microsoft.com/office/drawing/2014/main" id="{440974C0-12AB-4FFD-2151-9DB1960DF695}"/>
              </a:ext>
            </a:extLst>
          </p:cNvPr>
          <p:cNvSpPr/>
          <p:nvPr/>
        </p:nvSpPr>
        <p:spPr>
          <a:xfrm>
            <a:off x="3116796" y="4286232"/>
            <a:ext cx="2743200" cy="438912"/>
          </a:xfrm>
          <a:prstGeom prst="rect">
            <a:avLst/>
          </a:prstGeom>
          <a:solidFill>
            <a:srgbClr val="F8F9FC"/>
          </a:solidFill>
          <a:ln w="12700">
            <a:solidFill>
              <a:srgbClr val="C8CDD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3" name="Text 44">
            <a:extLst>
              <a:ext uri="{FF2B5EF4-FFF2-40B4-BE49-F238E27FC236}">
                <a16:creationId xmlns:a16="http://schemas.microsoft.com/office/drawing/2014/main" id="{3A0ECBEB-D8AC-44E0-EA34-2A3F95D75E57}"/>
              </a:ext>
            </a:extLst>
          </p:cNvPr>
          <p:cNvSpPr/>
          <p:nvPr/>
        </p:nvSpPr>
        <p:spPr>
          <a:xfrm>
            <a:off x="3189948" y="428623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条件によるルート分岐</a:t>
            </a:r>
            <a:endParaRPr lang="en-US" sz="1050" dirty="0"/>
          </a:p>
        </p:txBody>
      </p:sp>
      <p:sp>
        <p:nvSpPr>
          <p:cNvPr id="84" name="Shape 45">
            <a:extLst>
              <a:ext uri="{FF2B5EF4-FFF2-40B4-BE49-F238E27FC236}">
                <a16:creationId xmlns:a16="http://schemas.microsoft.com/office/drawing/2014/main" id="{429BCAF3-BAB8-B044-AC99-40296AADFBDA}"/>
              </a:ext>
            </a:extLst>
          </p:cNvPr>
          <p:cNvSpPr/>
          <p:nvPr/>
        </p:nvSpPr>
        <p:spPr>
          <a:xfrm>
            <a:off x="5859996" y="4286232"/>
            <a:ext cx="3383280" cy="438912"/>
          </a:xfrm>
          <a:prstGeom prst="rect">
            <a:avLst/>
          </a:prstGeom>
          <a:solidFill>
            <a:srgbClr val="F8F9FC"/>
          </a:solidFill>
          <a:ln w="12700">
            <a:solidFill>
              <a:srgbClr val="C8CDD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5" name="Text 46">
            <a:extLst>
              <a:ext uri="{FF2B5EF4-FFF2-40B4-BE49-F238E27FC236}">
                <a16:creationId xmlns:a16="http://schemas.microsoft.com/office/drawing/2014/main" id="{79604F83-68A1-48A5-FFE3-0F0E3C93174D}"/>
              </a:ext>
            </a:extLst>
          </p:cNvPr>
          <p:cNvSpPr/>
          <p:nvPr/>
        </p:nvSpPr>
        <p:spPr>
          <a:xfrm>
            <a:off x="5933148" y="4286232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条件式（金額・役職等）</a:t>
            </a:r>
            <a:endParaRPr lang="en-US" sz="1050" dirty="0"/>
          </a:p>
        </p:txBody>
      </p:sp>
      <p:sp>
        <p:nvSpPr>
          <p:cNvPr id="86" name="Shape 47">
            <a:extLst>
              <a:ext uri="{FF2B5EF4-FFF2-40B4-BE49-F238E27FC236}">
                <a16:creationId xmlns:a16="http://schemas.microsoft.com/office/drawing/2014/main" id="{22BCDB99-29C5-E3A8-6817-E1E680D7F7C1}"/>
              </a:ext>
            </a:extLst>
          </p:cNvPr>
          <p:cNvSpPr/>
          <p:nvPr/>
        </p:nvSpPr>
        <p:spPr>
          <a:xfrm>
            <a:off x="830796" y="4725144"/>
            <a:ext cx="2286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7" name="Text 48">
            <a:extLst>
              <a:ext uri="{FF2B5EF4-FFF2-40B4-BE49-F238E27FC236}">
                <a16:creationId xmlns:a16="http://schemas.microsoft.com/office/drawing/2014/main" id="{08FC22AB-7F32-6AE4-08C4-DAC61B38AE53}"/>
              </a:ext>
            </a:extLst>
          </p:cNvPr>
          <p:cNvSpPr/>
          <p:nvPr/>
        </p:nvSpPr>
        <p:spPr>
          <a:xfrm>
            <a:off x="903948" y="472514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完了ノード</a:t>
            </a:r>
            <a:endParaRPr lang="en-US" sz="1050" dirty="0"/>
          </a:p>
        </p:txBody>
      </p:sp>
      <p:sp>
        <p:nvSpPr>
          <p:cNvPr id="88" name="Shape 49">
            <a:extLst>
              <a:ext uri="{FF2B5EF4-FFF2-40B4-BE49-F238E27FC236}">
                <a16:creationId xmlns:a16="http://schemas.microsoft.com/office/drawing/2014/main" id="{82F91652-CEF0-C0DB-9C96-3897347014CB}"/>
              </a:ext>
            </a:extLst>
          </p:cNvPr>
          <p:cNvSpPr/>
          <p:nvPr/>
        </p:nvSpPr>
        <p:spPr>
          <a:xfrm>
            <a:off x="3116796" y="4725144"/>
            <a:ext cx="2743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9" name="Text 50">
            <a:extLst>
              <a:ext uri="{FF2B5EF4-FFF2-40B4-BE49-F238E27FC236}">
                <a16:creationId xmlns:a16="http://schemas.microsoft.com/office/drawing/2014/main" id="{96CE542A-4346-CC65-CEE2-53D391889EC7}"/>
              </a:ext>
            </a:extLst>
          </p:cNvPr>
          <p:cNvSpPr/>
          <p:nvPr/>
        </p:nvSpPr>
        <p:spPr>
          <a:xfrm>
            <a:off x="3189948" y="4725144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ワークフロー終了</a:t>
            </a:r>
            <a:endParaRPr lang="en-US" sz="1050" dirty="0"/>
          </a:p>
        </p:txBody>
      </p:sp>
      <p:sp>
        <p:nvSpPr>
          <p:cNvPr id="90" name="Shape 51">
            <a:extLst>
              <a:ext uri="{FF2B5EF4-FFF2-40B4-BE49-F238E27FC236}">
                <a16:creationId xmlns:a16="http://schemas.microsoft.com/office/drawing/2014/main" id="{0E8C354A-F0EB-1684-ED05-C0F49FE8F80D}"/>
              </a:ext>
            </a:extLst>
          </p:cNvPr>
          <p:cNvSpPr/>
          <p:nvPr/>
        </p:nvSpPr>
        <p:spPr>
          <a:xfrm>
            <a:off x="5859996" y="4725144"/>
            <a:ext cx="3383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1" name="Text 52">
            <a:extLst>
              <a:ext uri="{FF2B5EF4-FFF2-40B4-BE49-F238E27FC236}">
                <a16:creationId xmlns:a16="http://schemas.microsoft.com/office/drawing/2014/main" id="{A9776ABA-0365-2A7D-6A45-A7C71BA12E11}"/>
              </a:ext>
            </a:extLst>
          </p:cNvPr>
          <p:cNvSpPr/>
          <p:nvPr/>
        </p:nvSpPr>
        <p:spPr>
          <a:xfrm>
            <a:off x="5933148" y="4725144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完了通知・DB更新アクション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633276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F2EF0-9378-384D-23F3-5B7C3FCE2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AD09C995-D446-5F51-F787-FBCF87BF8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400" dirty="0">
                <a:solidFill>
                  <a:schemeClr val="bg2">
                    <a:lumMod val="25000"/>
                  </a:scheme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04  </a:t>
            </a:r>
            <a:r>
              <a:rPr lang="en-US" altLang="ja-JP" sz="2400" dirty="0" err="1">
                <a:solidFill>
                  <a:schemeClr val="bg2">
                    <a:lumMod val="25000"/>
                  </a:scheme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申請〜承認のプロセス</a:t>
            </a:r>
            <a:endParaRPr lang="en-US" altLang="ja-JP" sz="2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D2A94FEF-8AB9-4373-DE6E-E5A88D889918}"/>
              </a:ext>
            </a:extLst>
          </p:cNvPr>
          <p:cNvSpPr/>
          <p:nvPr/>
        </p:nvSpPr>
        <p:spPr>
          <a:xfrm>
            <a:off x="365760" y="914400"/>
            <a:ext cx="9087740" cy="1261872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2EB7F8DF-2805-C48D-C485-CF5359E823CE}"/>
              </a:ext>
            </a:extLst>
          </p:cNvPr>
          <p:cNvSpPr/>
          <p:nvPr/>
        </p:nvSpPr>
        <p:spPr>
          <a:xfrm>
            <a:off x="365760" y="914400"/>
            <a:ext cx="914400" cy="1261872"/>
          </a:xfrm>
          <a:prstGeom prst="rect">
            <a:avLst/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D923DCC1-7457-5FFE-A96B-BEED2DE27D6C}"/>
              </a:ext>
            </a:extLst>
          </p:cNvPr>
          <p:cNvSpPr/>
          <p:nvPr/>
        </p:nvSpPr>
        <p:spPr>
          <a:xfrm>
            <a:off x="365760" y="914400"/>
            <a:ext cx="9144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申請者</a:t>
            </a:r>
            <a:endParaRPr lang="en-US" sz="1100" dirty="0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2029F747-4C9D-599D-1530-55E19CA1687F}"/>
              </a:ext>
            </a:extLst>
          </p:cNvPr>
          <p:cNvSpPr/>
          <p:nvPr/>
        </p:nvSpPr>
        <p:spPr>
          <a:xfrm>
            <a:off x="365760" y="2176272"/>
            <a:ext cx="9087740" cy="12618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6787C218-2F29-D94C-E771-F9E55327F44F}"/>
              </a:ext>
            </a:extLst>
          </p:cNvPr>
          <p:cNvSpPr/>
          <p:nvPr/>
        </p:nvSpPr>
        <p:spPr>
          <a:xfrm>
            <a:off x="365760" y="2176272"/>
            <a:ext cx="914400" cy="1261872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812E99FC-7DAB-F532-5405-6860EEE2F32A}"/>
              </a:ext>
            </a:extLst>
          </p:cNvPr>
          <p:cNvSpPr/>
          <p:nvPr/>
        </p:nvSpPr>
        <p:spPr>
          <a:xfrm>
            <a:off x="365760" y="2176272"/>
            <a:ext cx="9144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担当者</a:t>
            </a:r>
            <a:endParaRPr lang="en-US" sz="1100" dirty="0"/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F7F59545-159E-0B02-98A0-571BA253AC5C}"/>
              </a:ext>
            </a:extLst>
          </p:cNvPr>
          <p:cNvSpPr/>
          <p:nvPr/>
        </p:nvSpPr>
        <p:spPr>
          <a:xfrm>
            <a:off x="365760" y="3438144"/>
            <a:ext cx="9087740" cy="12618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B12E944C-A797-3CB9-F0D3-80B93E64B2D0}"/>
              </a:ext>
            </a:extLst>
          </p:cNvPr>
          <p:cNvSpPr/>
          <p:nvPr/>
        </p:nvSpPr>
        <p:spPr>
          <a:xfrm>
            <a:off x="365760" y="3438144"/>
            <a:ext cx="914400" cy="1261872"/>
          </a:xfrm>
          <a:prstGeom prst="rect">
            <a:avLst/>
          </a:prstGeom>
          <a:solidFill>
            <a:srgbClr val="BBF7D0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E87233CF-5232-B76B-AE62-6DD6B326C27E}"/>
              </a:ext>
            </a:extLst>
          </p:cNvPr>
          <p:cNvSpPr/>
          <p:nvPr/>
        </p:nvSpPr>
        <p:spPr>
          <a:xfrm>
            <a:off x="365760" y="3438144"/>
            <a:ext cx="9144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承認者</a:t>
            </a:r>
            <a:endParaRPr lang="en-US" sz="1100" dirty="0"/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FDABC625-62A3-8A51-DE4E-60DC2FF31DA5}"/>
              </a:ext>
            </a:extLst>
          </p:cNvPr>
          <p:cNvSpPr/>
          <p:nvPr/>
        </p:nvSpPr>
        <p:spPr>
          <a:xfrm>
            <a:off x="1417320" y="1161288"/>
            <a:ext cx="13258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39A3CDEB-4D2C-53B0-7697-FCD6155F68F3}"/>
              </a:ext>
            </a:extLst>
          </p:cNvPr>
          <p:cNvSpPr/>
          <p:nvPr/>
        </p:nvSpPr>
        <p:spPr>
          <a:xfrm>
            <a:off x="1417320" y="1161288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①申請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フォーム入力</a:t>
            </a:r>
            <a:endParaRPr lang="en-US" sz="1000" dirty="0"/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27FDADD0-5B43-1517-0FBC-85BA19029DC0}"/>
              </a:ext>
            </a:extLst>
          </p:cNvPr>
          <p:cNvSpPr/>
          <p:nvPr/>
        </p:nvSpPr>
        <p:spPr>
          <a:xfrm>
            <a:off x="3108960" y="2423160"/>
            <a:ext cx="13258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7E173CAD-9A79-C223-1E5F-5C29D6DD7061}"/>
              </a:ext>
            </a:extLst>
          </p:cNvPr>
          <p:cNvSpPr/>
          <p:nvPr/>
        </p:nvSpPr>
        <p:spPr>
          <a:xfrm>
            <a:off x="3108960" y="242316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②内容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確認</a:t>
            </a:r>
            <a:endParaRPr lang="en-US" sz="1000" dirty="0"/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92095202-AF9E-E991-CAB9-5F4AB0502BEC}"/>
              </a:ext>
            </a:extLst>
          </p:cNvPr>
          <p:cNvSpPr/>
          <p:nvPr/>
        </p:nvSpPr>
        <p:spPr>
          <a:xfrm>
            <a:off x="4663440" y="2423160"/>
            <a:ext cx="1325880" cy="777240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17818DC7-89F2-9871-9D7C-CBB5830F4242}"/>
              </a:ext>
            </a:extLst>
          </p:cNvPr>
          <p:cNvSpPr/>
          <p:nvPr/>
        </p:nvSpPr>
        <p:spPr>
          <a:xfrm>
            <a:off x="4663440" y="242316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③差し戻し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(条件付き)</a:t>
            </a:r>
            <a:endParaRPr lang="en-US" sz="1000" dirty="0"/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5B979D8B-3895-359F-5F74-913574B030A9}"/>
              </a:ext>
            </a:extLst>
          </p:cNvPr>
          <p:cNvSpPr/>
          <p:nvPr/>
        </p:nvSpPr>
        <p:spPr>
          <a:xfrm>
            <a:off x="6217920" y="3685032"/>
            <a:ext cx="13258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0499BF86-58CA-1DA5-2CD2-7DE962D868DF}"/>
              </a:ext>
            </a:extLst>
          </p:cNvPr>
          <p:cNvSpPr/>
          <p:nvPr/>
        </p:nvSpPr>
        <p:spPr>
          <a:xfrm>
            <a:off x="6217920" y="3685032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④承認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決裁</a:t>
            </a:r>
            <a:endParaRPr lang="en-US" sz="1000" dirty="0"/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1BC3E702-9036-EC24-7D33-6FDAE414167E}"/>
              </a:ext>
            </a:extLst>
          </p:cNvPr>
          <p:cNvSpPr/>
          <p:nvPr/>
        </p:nvSpPr>
        <p:spPr>
          <a:xfrm>
            <a:off x="7772400" y="1161288"/>
            <a:ext cx="13258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DE7C37B5-4644-ECF7-C5AB-86ACC853DC86}"/>
              </a:ext>
            </a:extLst>
          </p:cNvPr>
          <p:cNvSpPr/>
          <p:nvPr/>
        </p:nvSpPr>
        <p:spPr>
          <a:xfrm>
            <a:off x="7772400" y="1161288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⑤完了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通知受信</a:t>
            </a:r>
            <a:endParaRPr lang="en-US" sz="1000" dirty="0"/>
          </a:p>
        </p:txBody>
      </p:sp>
      <p:sp>
        <p:nvSpPr>
          <p:cNvPr id="23" name="Shape 22">
            <a:extLst>
              <a:ext uri="{FF2B5EF4-FFF2-40B4-BE49-F238E27FC236}">
                <a16:creationId xmlns:a16="http://schemas.microsoft.com/office/drawing/2014/main" id="{DF78EB47-0CB9-B621-5CB6-6FA65EB0DC98}"/>
              </a:ext>
            </a:extLst>
          </p:cNvPr>
          <p:cNvSpPr/>
          <p:nvPr/>
        </p:nvSpPr>
        <p:spPr>
          <a:xfrm>
            <a:off x="365760" y="4800600"/>
            <a:ext cx="9087740" cy="384048"/>
          </a:xfrm>
          <a:prstGeom prst="rect">
            <a:avLst/>
          </a:prstGeom>
          <a:solidFill>
            <a:srgbClr val="EAF0FB"/>
          </a:solidFill>
          <a:ln w="12700">
            <a:solidFill>
              <a:srgbClr val="AABF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34C39262-7EC3-9436-17F1-CB1814FA419F}"/>
              </a:ext>
            </a:extLst>
          </p:cNvPr>
          <p:cNvSpPr/>
          <p:nvPr/>
        </p:nvSpPr>
        <p:spPr>
          <a:xfrm>
            <a:off x="502920" y="48006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D32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各ステップの状態はDBに記録され、TALONダッシュボードで進捗確認・メール通知が可能です。</a:t>
            </a:r>
            <a:endParaRPr lang="en-US" sz="1050" dirty="0"/>
          </a:p>
        </p:txBody>
      </p:sp>
      <p:cxnSp>
        <p:nvCxnSpPr>
          <p:cNvPr id="26" name="コネクタ: カギ線 25">
            <a:extLst>
              <a:ext uri="{FF2B5EF4-FFF2-40B4-BE49-F238E27FC236}">
                <a16:creationId xmlns:a16="http://schemas.microsoft.com/office/drawing/2014/main" id="{2D278128-74AD-8A5A-C0F8-271871BA16B6}"/>
              </a:ext>
            </a:extLst>
          </p:cNvPr>
          <p:cNvCxnSpPr>
            <a:cxnSpLocks/>
            <a:stCxn id="13" idx="2"/>
            <a:endCxn id="15" idx="1"/>
          </p:cNvCxnSpPr>
          <p:nvPr/>
        </p:nvCxnSpPr>
        <p:spPr>
          <a:xfrm rot="16200000" flipH="1">
            <a:off x="2157984" y="1860804"/>
            <a:ext cx="873252" cy="10287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コネクタ: カギ線 28">
            <a:extLst>
              <a:ext uri="{FF2B5EF4-FFF2-40B4-BE49-F238E27FC236}">
                <a16:creationId xmlns:a16="http://schemas.microsoft.com/office/drawing/2014/main" id="{15BD2827-404D-459D-99DE-3A360B2CD59C}"/>
              </a:ext>
            </a:extLst>
          </p:cNvPr>
          <p:cNvCxnSpPr>
            <a:cxnSpLocks/>
            <a:stCxn id="17" idx="2"/>
            <a:endCxn id="19" idx="1"/>
          </p:cNvCxnSpPr>
          <p:nvPr/>
        </p:nvCxnSpPr>
        <p:spPr>
          <a:xfrm rot="16200000" flipH="1">
            <a:off x="5335524" y="3191256"/>
            <a:ext cx="873252" cy="89154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コネクタ: カギ線 31">
            <a:extLst>
              <a:ext uri="{FF2B5EF4-FFF2-40B4-BE49-F238E27FC236}">
                <a16:creationId xmlns:a16="http://schemas.microsoft.com/office/drawing/2014/main" id="{23BA3A6F-C3BA-446D-93BC-0283D5F90E7C}"/>
              </a:ext>
            </a:extLst>
          </p:cNvPr>
          <p:cNvCxnSpPr>
            <a:cxnSpLocks/>
            <a:stCxn id="19" idx="3"/>
            <a:endCxn id="21" idx="2"/>
          </p:cNvCxnSpPr>
          <p:nvPr/>
        </p:nvCxnSpPr>
        <p:spPr>
          <a:xfrm flipV="1">
            <a:off x="7543800" y="1938528"/>
            <a:ext cx="891540" cy="213512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4DD6467C-1A03-2D85-F471-AC1D15AB6F42}"/>
              </a:ext>
            </a:extLst>
          </p:cNvPr>
          <p:cNvCxnSpPr>
            <a:cxnSpLocks/>
            <a:stCxn id="15" idx="3"/>
            <a:endCxn id="17" idx="1"/>
          </p:cNvCxnSpPr>
          <p:nvPr/>
        </p:nvCxnSpPr>
        <p:spPr>
          <a:xfrm>
            <a:off x="4434840" y="2811780"/>
            <a:ext cx="228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4202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638B5-EF8A-7D1E-8272-173CF68D5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C18C16F5-59BF-7169-1DBF-F3ECF216A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400" dirty="0">
                <a:solidFill>
                  <a:schemeClr val="bg2">
                    <a:lumMod val="25000"/>
                  </a:scheme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05  </a:t>
            </a:r>
            <a:r>
              <a:rPr lang="ja-JP" altLang="en-US" sz="2400" dirty="0">
                <a:solidFill>
                  <a:schemeClr val="bg2">
                    <a:lumMod val="25000"/>
                  </a:scheme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権限グループとルーティング</a:t>
            </a:r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CE034248-1116-CC2C-0F77-BA2B1A40EE93}"/>
              </a:ext>
            </a:extLst>
          </p:cNvPr>
          <p:cNvSpPr/>
          <p:nvPr/>
        </p:nvSpPr>
        <p:spPr>
          <a:xfrm>
            <a:off x="347472" y="914400"/>
            <a:ext cx="4114800" cy="347472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67C515E7-4D47-0A42-6B97-7B7B278E147F}"/>
              </a:ext>
            </a:extLst>
          </p:cNvPr>
          <p:cNvSpPr/>
          <p:nvPr/>
        </p:nvSpPr>
        <p:spPr>
          <a:xfrm>
            <a:off x="347472" y="9144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関連テーブル構成</a:t>
            </a:r>
            <a:endParaRPr lang="en-US" sz="1200" dirty="0"/>
          </a:p>
        </p:txBody>
      </p:sp>
      <p:sp>
        <p:nvSpPr>
          <p:cNvPr id="27" name="Shape 5">
            <a:extLst>
              <a:ext uri="{FF2B5EF4-FFF2-40B4-BE49-F238E27FC236}">
                <a16:creationId xmlns:a16="http://schemas.microsoft.com/office/drawing/2014/main" id="{A76E0786-D7CE-BFBA-8FE6-CE992C1C3637}"/>
              </a:ext>
            </a:extLst>
          </p:cNvPr>
          <p:cNvSpPr/>
          <p:nvPr/>
        </p:nvSpPr>
        <p:spPr>
          <a:xfrm>
            <a:off x="347472" y="1261872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6">
            <a:extLst>
              <a:ext uri="{FF2B5EF4-FFF2-40B4-BE49-F238E27FC236}">
                <a16:creationId xmlns:a16="http://schemas.microsoft.com/office/drawing/2014/main" id="{54963B4F-5820-8CA6-46C5-D1416DB9D56B}"/>
              </a:ext>
            </a:extLst>
          </p:cNvPr>
          <p:cNvSpPr/>
          <p:nvPr/>
        </p:nvSpPr>
        <p:spPr>
          <a:xfrm>
            <a:off x="347472" y="1261872"/>
            <a:ext cx="109728" cy="475488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accent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859DC1BD-18AD-584C-CB79-86E5E35B0E00}"/>
              </a:ext>
            </a:extLst>
          </p:cNvPr>
          <p:cNvSpPr/>
          <p:nvPr/>
        </p:nvSpPr>
        <p:spPr>
          <a:xfrm>
            <a:off x="548640" y="1261872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3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TLN_M_USER</a:t>
            </a:r>
            <a:endParaRPr lang="en-US" sz="950" dirty="0"/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CC3636D3-D99D-87CD-85F7-58760001AA7C}"/>
              </a:ext>
            </a:extLst>
          </p:cNvPr>
          <p:cNvSpPr/>
          <p:nvPr/>
        </p:nvSpPr>
        <p:spPr>
          <a:xfrm>
            <a:off x="2286000" y="126187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ユーザマスタ（GROUP_ID保持）</a:t>
            </a:r>
            <a:endParaRPr lang="en-US" sz="1000" dirty="0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4B4025CA-BEDF-1870-09A0-6999C2661B5D}"/>
              </a:ext>
            </a:extLst>
          </p:cNvPr>
          <p:cNvSpPr/>
          <p:nvPr/>
        </p:nvSpPr>
        <p:spPr>
          <a:xfrm>
            <a:off x="347472" y="1737360"/>
            <a:ext cx="4114800" cy="475488"/>
          </a:xfrm>
          <a:prstGeom prst="rect">
            <a:avLst/>
          </a:prstGeom>
          <a:solidFill>
            <a:srgbClr val="F4F5F8"/>
          </a:solidFill>
          <a:ln w="12700">
            <a:solidFill>
              <a:srgbClr val="C8CDD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Shape 10">
            <a:extLst>
              <a:ext uri="{FF2B5EF4-FFF2-40B4-BE49-F238E27FC236}">
                <a16:creationId xmlns:a16="http://schemas.microsoft.com/office/drawing/2014/main" id="{F759FAD1-0563-DA02-480B-C15501F9C226}"/>
              </a:ext>
            </a:extLst>
          </p:cNvPr>
          <p:cNvSpPr/>
          <p:nvPr/>
        </p:nvSpPr>
        <p:spPr>
          <a:xfrm>
            <a:off x="347472" y="1737360"/>
            <a:ext cx="109728" cy="475488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accent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11">
            <a:extLst>
              <a:ext uri="{FF2B5EF4-FFF2-40B4-BE49-F238E27FC236}">
                <a16:creationId xmlns:a16="http://schemas.microsoft.com/office/drawing/2014/main" id="{DFBA01A5-9FFA-F5A2-FEAA-5A9B87006544}"/>
              </a:ext>
            </a:extLst>
          </p:cNvPr>
          <p:cNvSpPr/>
          <p:nvPr/>
        </p:nvSpPr>
        <p:spPr>
          <a:xfrm>
            <a:off x="548640" y="173736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3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TLN_M_FUNCTION_GROUP</a:t>
            </a:r>
            <a:endParaRPr lang="en-US" sz="950" dirty="0"/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42BA97EB-FEA2-2584-BF99-81AAB32069CD}"/>
              </a:ext>
            </a:extLst>
          </p:cNvPr>
          <p:cNvSpPr/>
          <p:nvPr/>
        </p:nvSpPr>
        <p:spPr>
          <a:xfrm>
            <a:off x="2286000" y="173736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機能グループマスタ</a:t>
            </a:r>
            <a:endParaRPr lang="en-US" sz="1000" dirty="0"/>
          </a:p>
        </p:txBody>
      </p:sp>
      <p:sp>
        <p:nvSpPr>
          <p:cNvPr id="38" name="Shape 13">
            <a:extLst>
              <a:ext uri="{FF2B5EF4-FFF2-40B4-BE49-F238E27FC236}">
                <a16:creationId xmlns:a16="http://schemas.microsoft.com/office/drawing/2014/main" id="{BC53648D-04B9-7CBA-E415-6E91BA79E927}"/>
              </a:ext>
            </a:extLst>
          </p:cNvPr>
          <p:cNvSpPr/>
          <p:nvPr/>
        </p:nvSpPr>
        <p:spPr>
          <a:xfrm>
            <a:off x="347472" y="2212848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Shape 14">
            <a:extLst>
              <a:ext uri="{FF2B5EF4-FFF2-40B4-BE49-F238E27FC236}">
                <a16:creationId xmlns:a16="http://schemas.microsoft.com/office/drawing/2014/main" id="{144C8C73-A898-C51A-A6A6-BDE31A0D25EA}"/>
              </a:ext>
            </a:extLst>
          </p:cNvPr>
          <p:cNvSpPr/>
          <p:nvPr/>
        </p:nvSpPr>
        <p:spPr>
          <a:xfrm>
            <a:off x="347472" y="2212848"/>
            <a:ext cx="109728" cy="475488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accent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Text 15">
            <a:extLst>
              <a:ext uri="{FF2B5EF4-FFF2-40B4-BE49-F238E27FC236}">
                <a16:creationId xmlns:a16="http://schemas.microsoft.com/office/drawing/2014/main" id="{9A029008-FA35-236B-DF57-797D868737C6}"/>
              </a:ext>
            </a:extLst>
          </p:cNvPr>
          <p:cNvSpPr/>
          <p:nvPr/>
        </p:nvSpPr>
        <p:spPr>
          <a:xfrm>
            <a:off x="548640" y="2212848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3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TLN_M_GROUP_RELATION</a:t>
            </a:r>
            <a:endParaRPr lang="en-US" sz="950" dirty="0"/>
          </a:p>
        </p:txBody>
      </p:sp>
      <p:sp>
        <p:nvSpPr>
          <p:cNvPr id="41" name="Text 16">
            <a:extLst>
              <a:ext uri="{FF2B5EF4-FFF2-40B4-BE49-F238E27FC236}">
                <a16:creationId xmlns:a16="http://schemas.microsoft.com/office/drawing/2014/main" id="{FE658D05-517D-6E14-F269-4E18A54E17C6}"/>
              </a:ext>
            </a:extLst>
          </p:cNvPr>
          <p:cNvSpPr/>
          <p:nvPr/>
        </p:nvSpPr>
        <p:spPr>
          <a:xfrm>
            <a:off x="2286000" y="221284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グループ構成マスタ</a:t>
            </a:r>
            <a:endParaRPr lang="en-US" sz="1000" dirty="0"/>
          </a:p>
        </p:txBody>
      </p:sp>
      <p:sp>
        <p:nvSpPr>
          <p:cNvPr id="42" name="Shape 17">
            <a:extLst>
              <a:ext uri="{FF2B5EF4-FFF2-40B4-BE49-F238E27FC236}">
                <a16:creationId xmlns:a16="http://schemas.microsoft.com/office/drawing/2014/main" id="{1A05A4B0-C483-4EC6-1079-7FC2A1356DCD}"/>
              </a:ext>
            </a:extLst>
          </p:cNvPr>
          <p:cNvSpPr/>
          <p:nvPr/>
        </p:nvSpPr>
        <p:spPr>
          <a:xfrm>
            <a:off x="347472" y="2688336"/>
            <a:ext cx="4114800" cy="475488"/>
          </a:xfrm>
          <a:prstGeom prst="rect">
            <a:avLst/>
          </a:prstGeom>
          <a:solidFill>
            <a:srgbClr val="F4F5F8"/>
          </a:solidFill>
          <a:ln w="12700">
            <a:solidFill>
              <a:srgbClr val="C8CDD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Shape 18">
            <a:extLst>
              <a:ext uri="{FF2B5EF4-FFF2-40B4-BE49-F238E27FC236}">
                <a16:creationId xmlns:a16="http://schemas.microsoft.com/office/drawing/2014/main" id="{34AD0BB0-7A1A-ADCF-2EA0-3B6E51EF48D4}"/>
              </a:ext>
            </a:extLst>
          </p:cNvPr>
          <p:cNvSpPr/>
          <p:nvPr/>
        </p:nvSpPr>
        <p:spPr>
          <a:xfrm>
            <a:off x="347472" y="2688336"/>
            <a:ext cx="109728" cy="475488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accent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Text 19">
            <a:extLst>
              <a:ext uri="{FF2B5EF4-FFF2-40B4-BE49-F238E27FC236}">
                <a16:creationId xmlns:a16="http://schemas.microsoft.com/office/drawing/2014/main" id="{1311CDF8-17E0-1795-A12E-AA947CD44ACF}"/>
              </a:ext>
            </a:extLst>
          </p:cNvPr>
          <p:cNvSpPr/>
          <p:nvPr/>
        </p:nvSpPr>
        <p:spPr>
          <a:xfrm>
            <a:off x="548640" y="2688336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3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TLN_M_AUTHORITY</a:t>
            </a:r>
            <a:endParaRPr lang="en-US" sz="950" dirty="0"/>
          </a:p>
        </p:txBody>
      </p:sp>
      <p:sp>
        <p:nvSpPr>
          <p:cNvPr id="45" name="Text 20">
            <a:extLst>
              <a:ext uri="{FF2B5EF4-FFF2-40B4-BE49-F238E27FC236}">
                <a16:creationId xmlns:a16="http://schemas.microsoft.com/office/drawing/2014/main" id="{DDA1E40E-9E8E-6760-4F2C-A4C91C951B11}"/>
              </a:ext>
            </a:extLst>
          </p:cNvPr>
          <p:cNvSpPr/>
          <p:nvPr/>
        </p:nvSpPr>
        <p:spPr>
          <a:xfrm>
            <a:off x="2286000" y="2688336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権限割当テーブル</a:t>
            </a:r>
            <a:endParaRPr lang="en-US" sz="1000" dirty="0"/>
          </a:p>
        </p:txBody>
      </p:sp>
      <p:sp>
        <p:nvSpPr>
          <p:cNvPr id="46" name="Shape 21">
            <a:extLst>
              <a:ext uri="{FF2B5EF4-FFF2-40B4-BE49-F238E27FC236}">
                <a16:creationId xmlns:a16="http://schemas.microsoft.com/office/drawing/2014/main" id="{8B776BD6-8F94-CA75-4554-7F814CB81097}"/>
              </a:ext>
            </a:extLst>
          </p:cNvPr>
          <p:cNvSpPr/>
          <p:nvPr/>
        </p:nvSpPr>
        <p:spPr>
          <a:xfrm>
            <a:off x="347472" y="3163824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Shape 22">
            <a:extLst>
              <a:ext uri="{FF2B5EF4-FFF2-40B4-BE49-F238E27FC236}">
                <a16:creationId xmlns:a16="http://schemas.microsoft.com/office/drawing/2014/main" id="{A30FCC4E-3B0F-A57B-21EF-0E67AE22AC61}"/>
              </a:ext>
            </a:extLst>
          </p:cNvPr>
          <p:cNvSpPr/>
          <p:nvPr/>
        </p:nvSpPr>
        <p:spPr>
          <a:xfrm>
            <a:off x="347472" y="3163824"/>
            <a:ext cx="109728" cy="475488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accent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Text 23">
            <a:extLst>
              <a:ext uri="{FF2B5EF4-FFF2-40B4-BE49-F238E27FC236}">
                <a16:creationId xmlns:a16="http://schemas.microsoft.com/office/drawing/2014/main" id="{EC0339E0-FA6D-F155-6D30-284B314654EF}"/>
              </a:ext>
            </a:extLst>
          </p:cNvPr>
          <p:cNvSpPr/>
          <p:nvPr/>
        </p:nvSpPr>
        <p:spPr>
          <a:xfrm>
            <a:off x="548640" y="3163824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3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WFS_GROUP_IDS</a:t>
            </a:r>
            <a:endParaRPr lang="en-US" sz="950" dirty="0"/>
          </a:p>
        </p:txBody>
      </p:sp>
      <p:sp>
        <p:nvSpPr>
          <p:cNvPr id="49" name="Text 24">
            <a:extLst>
              <a:ext uri="{FF2B5EF4-FFF2-40B4-BE49-F238E27FC236}">
                <a16:creationId xmlns:a16="http://schemas.microsoft.com/office/drawing/2014/main" id="{FB2F1799-AB29-9E73-A38D-8E75E5C4004F}"/>
              </a:ext>
            </a:extLst>
          </p:cNvPr>
          <p:cNvSpPr/>
          <p:nvPr/>
        </p:nvSpPr>
        <p:spPr>
          <a:xfrm>
            <a:off x="2286000" y="316382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WFSグループ紐付け（拡張）</a:t>
            </a:r>
            <a:endParaRPr lang="en-US" sz="1000" dirty="0"/>
          </a:p>
        </p:txBody>
      </p:sp>
      <p:sp>
        <p:nvSpPr>
          <p:cNvPr id="50" name="Shape 25">
            <a:extLst>
              <a:ext uri="{FF2B5EF4-FFF2-40B4-BE49-F238E27FC236}">
                <a16:creationId xmlns:a16="http://schemas.microsoft.com/office/drawing/2014/main" id="{BAFA573F-A186-ED7E-8D15-77F7F2DEB35E}"/>
              </a:ext>
            </a:extLst>
          </p:cNvPr>
          <p:cNvSpPr/>
          <p:nvPr/>
        </p:nvSpPr>
        <p:spPr>
          <a:xfrm>
            <a:off x="4773168" y="914400"/>
            <a:ext cx="4005072" cy="347472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Text 26">
            <a:extLst>
              <a:ext uri="{FF2B5EF4-FFF2-40B4-BE49-F238E27FC236}">
                <a16:creationId xmlns:a16="http://schemas.microsoft.com/office/drawing/2014/main" id="{086C8717-FE6E-6737-C987-C233F8C0343F}"/>
              </a:ext>
            </a:extLst>
          </p:cNvPr>
          <p:cNvSpPr/>
          <p:nvPr/>
        </p:nvSpPr>
        <p:spPr>
          <a:xfrm>
            <a:off x="4773168" y="914400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ルーティング設定パターン</a:t>
            </a:r>
            <a:endParaRPr lang="en-US" sz="1200" dirty="0"/>
          </a:p>
        </p:txBody>
      </p:sp>
      <p:sp>
        <p:nvSpPr>
          <p:cNvPr id="52" name="Shape 27">
            <a:extLst>
              <a:ext uri="{FF2B5EF4-FFF2-40B4-BE49-F238E27FC236}">
                <a16:creationId xmlns:a16="http://schemas.microsoft.com/office/drawing/2014/main" id="{CEF4FD33-CFB0-80B8-0ED4-F880C3A7186B}"/>
              </a:ext>
            </a:extLst>
          </p:cNvPr>
          <p:cNvSpPr/>
          <p:nvPr/>
        </p:nvSpPr>
        <p:spPr>
          <a:xfrm>
            <a:off x="4773168" y="1261872"/>
            <a:ext cx="400507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4CD43FEB-0B79-AF09-A849-1AAA8BECAE0B}"/>
              </a:ext>
            </a:extLst>
          </p:cNvPr>
          <p:cNvSpPr/>
          <p:nvPr/>
        </p:nvSpPr>
        <p:spPr>
          <a:xfrm>
            <a:off x="4773168" y="1261872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54" name="Text 29">
            <a:extLst>
              <a:ext uri="{FF2B5EF4-FFF2-40B4-BE49-F238E27FC236}">
                <a16:creationId xmlns:a16="http://schemas.microsoft.com/office/drawing/2014/main" id="{33D050C6-21C1-78A0-C93A-46C130936097}"/>
              </a:ext>
            </a:extLst>
          </p:cNvPr>
          <p:cNvSpPr/>
          <p:nvPr/>
        </p:nvSpPr>
        <p:spPr>
          <a:xfrm>
            <a:off x="5376672" y="131673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32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固定担当者</a:t>
            </a:r>
            <a:endParaRPr lang="en-US" sz="1100" dirty="0"/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F230062C-3D0F-F6CF-AFE0-2282A346B4C5}"/>
              </a:ext>
            </a:extLst>
          </p:cNvPr>
          <p:cNvSpPr/>
          <p:nvPr/>
        </p:nvSpPr>
        <p:spPr>
          <a:xfrm>
            <a:off x="5376672" y="165506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特定ユーザIDへ直接割当</a:t>
            </a:r>
            <a:endParaRPr lang="en-US" sz="1000" dirty="0"/>
          </a:p>
        </p:txBody>
      </p:sp>
      <p:sp>
        <p:nvSpPr>
          <p:cNvPr id="56" name="Shape 31">
            <a:extLst>
              <a:ext uri="{FF2B5EF4-FFF2-40B4-BE49-F238E27FC236}">
                <a16:creationId xmlns:a16="http://schemas.microsoft.com/office/drawing/2014/main" id="{9BC2A646-C132-21C6-1F88-DA7DDA07DA91}"/>
              </a:ext>
            </a:extLst>
          </p:cNvPr>
          <p:cNvSpPr/>
          <p:nvPr/>
        </p:nvSpPr>
        <p:spPr>
          <a:xfrm>
            <a:off x="4773168" y="2176272"/>
            <a:ext cx="400507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7" name="Text 32">
            <a:extLst>
              <a:ext uri="{FF2B5EF4-FFF2-40B4-BE49-F238E27FC236}">
                <a16:creationId xmlns:a16="http://schemas.microsoft.com/office/drawing/2014/main" id="{F2D1DCB5-4D8A-FFB5-A1B9-54D7FAB8CD16}"/>
              </a:ext>
            </a:extLst>
          </p:cNvPr>
          <p:cNvSpPr/>
          <p:nvPr/>
        </p:nvSpPr>
        <p:spPr>
          <a:xfrm>
            <a:off x="4773168" y="2176272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58" name="Text 33">
            <a:extLst>
              <a:ext uri="{FF2B5EF4-FFF2-40B4-BE49-F238E27FC236}">
                <a16:creationId xmlns:a16="http://schemas.microsoft.com/office/drawing/2014/main" id="{944A13EE-9E1D-A0DB-D425-2F5FE3F415D4}"/>
              </a:ext>
            </a:extLst>
          </p:cNvPr>
          <p:cNvSpPr/>
          <p:nvPr/>
        </p:nvSpPr>
        <p:spPr>
          <a:xfrm>
            <a:off x="5376672" y="223113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32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グループ指定</a:t>
            </a:r>
            <a:endParaRPr lang="en-US" sz="1100" dirty="0"/>
          </a:p>
        </p:txBody>
      </p:sp>
      <p:sp>
        <p:nvSpPr>
          <p:cNvPr id="59" name="Text 34">
            <a:extLst>
              <a:ext uri="{FF2B5EF4-FFF2-40B4-BE49-F238E27FC236}">
                <a16:creationId xmlns:a16="http://schemas.microsoft.com/office/drawing/2014/main" id="{ECF11357-1E29-F348-4C6F-FED0B416F908}"/>
              </a:ext>
            </a:extLst>
          </p:cNvPr>
          <p:cNvSpPr/>
          <p:nvPr/>
        </p:nvSpPr>
        <p:spPr>
          <a:xfrm>
            <a:off x="5376672" y="256946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GROUP_IDでチームへ振分</a:t>
            </a:r>
            <a:endParaRPr lang="en-US" sz="1000" dirty="0"/>
          </a:p>
        </p:txBody>
      </p:sp>
      <p:sp>
        <p:nvSpPr>
          <p:cNvPr id="60" name="Shape 35">
            <a:extLst>
              <a:ext uri="{FF2B5EF4-FFF2-40B4-BE49-F238E27FC236}">
                <a16:creationId xmlns:a16="http://schemas.microsoft.com/office/drawing/2014/main" id="{0BD659F6-7492-E159-B18F-99AED6FE51A6}"/>
              </a:ext>
            </a:extLst>
          </p:cNvPr>
          <p:cNvSpPr/>
          <p:nvPr/>
        </p:nvSpPr>
        <p:spPr>
          <a:xfrm>
            <a:off x="4773168" y="3090672"/>
            <a:ext cx="400507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1" name="Text 36">
            <a:extLst>
              <a:ext uri="{FF2B5EF4-FFF2-40B4-BE49-F238E27FC236}">
                <a16:creationId xmlns:a16="http://schemas.microsoft.com/office/drawing/2014/main" id="{145C6391-DFD5-5210-3A89-ECF293B3606F}"/>
              </a:ext>
            </a:extLst>
          </p:cNvPr>
          <p:cNvSpPr/>
          <p:nvPr/>
        </p:nvSpPr>
        <p:spPr>
          <a:xfrm>
            <a:off x="4773168" y="3090672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🔀</a:t>
            </a:r>
            <a:endParaRPr lang="en-US" sz="1800" dirty="0"/>
          </a:p>
        </p:txBody>
      </p:sp>
      <p:sp>
        <p:nvSpPr>
          <p:cNvPr id="62" name="Text 37">
            <a:extLst>
              <a:ext uri="{FF2B5EF4-FFF2-40B4-BE49-F238E27FC236}">
                <a16:creationId xmlns:a16="http://schemas.microsoft.com/office/drawing/2014/main" id="{2B531709-2890-6CCC-66A1-53502C3C34F4}"/>
              </a:ext>
            </a:extLst>
          </p:cNvPr>
          <p:cNvSpPr/>
          <p:nvPr/>
        </p:nvSpPr>
        <p:spPr>
          <a:xfrm>
            <a:off x="5376672" y="314553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32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条件分岐ルーティング</a:t>
            </a:r>
            <a:endParaRPr lang="en-US" sz="1100" dirty="0"/>
          </a:p>
        </p:txBody>
      </p:sp>
      <p:sp>
        <p:nvSpPr>
          <p:cNvPr id="63" name="Text 38">
            <a:extLst>
              <a:ext uri="{FF2B5EF4-FFF2-40B4-BE49-F238E27FC236}">
                <a16:creationId xmlns:a16="http://schemas.microsoft.com/office/drawing/2014/main" id="{D2D7A423-7823-7D6B-56E2-D8DDEF1BD432}"/>
              </a:ext>
            </a:extLst>
          </p:cNvPr>
          <p:cNvSpPr/>
          <p:nvPr/>
        </p:nvSpPr>
        <p:spPr>
          <a:xfrm>
            <a:off x="5376672" y="348386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申請金額・部署コード等で動的決定</a:t>
            </a:r>
            <a:endParaRPr lang="en-US" sz="1000" dirty="0"/>
          </a:p>
        </p:txBody>
      </p:sp>
      <p:sp>
        <p:nvSpPr>
          <p:cNvPr id="64" name="Shape 39">
            <a:extLst>
              <a:ext uri="{FF2B5EF4-FFF2-40B4-BE49-F238E27FC236}">
                <a16:creationId xmlns:a16="http://schemas.microsoft.com/office/drawing/2014/main" id="{A4676508-6078-5036-9D50-3B5B1353FBA8}"/>
              </a:ext>
            </a:extLst>
          </p:cNvPr>
          <p:cNvSpPr/>
          <p:nvPr/>
        </p:nvSpPr>
        <p:spPr>
          <a:xfrm>
            <a:off x="4773168" y="4005072"/>
            <a:ext cx="400507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5" name="Text 40">
            <a:extLst>
              <a:ext uri="{FF2B5EF4-FFF2-40B4-BE49-F238E27FC236}">
                <a16:creationId xmlns:a16="http://schemas.microsoft.com/office/drawing/2014/main" id="{A2B9AFDC-0D86-92C2-0C1E-4A5A7A5E7A3E}"/>
              </a:ext>
            </a:extLst>
          </p:cNvPr>
          <p:cNvSpPr/>
          <p:nvPr/>
        </p:nvSpPr>
        <p:spPr>
          <a:xfrm>
            <a:off x="4773168" y="4005072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66" name="Text 41">
            <a:extLst>
              <a:ext uri="{FF2B5EF4-FFF2-40B4-BE49-F238E27FC236}">
                <a16:creationId xmlns:a16="http://schemas.microsoft.com/office/drawing/2014/main" id="{1F7800FD-8817-D525-DCF7-3A48655091F7}"/>
              </a:ext>
            </a:extLst>
          </p:cNvPr>
          <p:cNvSpPr/>
          <p:nvPr/>
        </p:nvSpPr>
        <p:spPr>
          <a:xfrm>
            <a:off x="5376672" y="405993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32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並列承認</a:t>
            </a:r>
            <a:endParaRPr lang="en-US" sz="1100" dirty="0"/>
          </a:p>
        </p:txBody>
      </p:sp>
      <p:sp>
        <p:nvSpPr>
          <p:cNvPr id="67" name="Text 42">
            <a:extLst>
              <a:ext uri="{FF2B5EF4-FFF2-40B4-BE49-F238E27FC236}">
                <a16:creationId xmlns:a16="http://schemas.microsoft.com/office/drawing/2014/main" id="{A5948C13-6B88-6B33-C87F-97F76676D1AB}"/>
              </a:ext>
            </a:extLst>
          </p:cNvPr>
          <p:cNvSpPr/>
          <p:nvPr/>
        </p:nvSpPr>
        <p:spPr>
          <a:xfrm>
            <a:off x="5376672" y="439826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複数承認者が同時に処理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013017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0C2A5-9FAC-5801-0A39-E6CFCE231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E6D21783-E495-C0E2-A32A-28378EB0D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400" dirty="0">
                <a:solidFill>
                  <a:schemeClr val="bg2">
                    <a:lumMod val="25000"/>
                  </a:scheme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06  </a:t>
            </a:r>
            <a:r>
              <a:rPr lang="en-US" altLang="ja-JP" sz="2400" dirty="0" err="1">
                <a:solidFill>
                  <a:schemeClr val="bg2">
                    <a:lumMod val="25000"/>
                  </a:scheme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代理・差し戻し・強制終了</a:t>
            </a:r>
            <a:endParaRPr lang="en-US" altLang="ja-JP" sz="2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935A20A7-7BDC-545A-3B29-22D800A58EF2}"/>
              </a:ext>
            </a:extLst>
          </p:cNvPr>
          <p:cNvSpPr/>
          <p:nvPr/>
        </p:nvSpPr>
        <p:spPr>
          <a:xfrm>
            <a:off x="731920" y="1088740"/>
            <a:ext cx="2651760" cy="393192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FA5ADA28-1924-6C92-B588-DD14F2B7B7CD}"/>
              </a:ext>
            </a:extLst>
          </p:cNvPr>
          <p:cNvSpPr/>
          <p:nvPr/>
        </p:nvSpPr>
        <p:spPr>
          <a:xfrm>
            <a:off x="731920" y="1088740"/>
            <a:ext cx="265176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E2307D75-C2EA-8DE7-30F3-60C89196FCE1}"/>
              </a:ext>
            </a:extLst>
          </p:cNvPr>
          <p:cNvSpPr/>
          <p:nvPr/>
        </p:nvSpPr>
        <p:spPr>
          <a:xfrm>
            <a:off x="731920" y="10887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🔄  代理承認</a:t>
            </a:r>
            <a:endParaRPr lang="en-US" sz="1300" dirty="0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76497BA6-637D-467E-A5E0-32D272FF2E5B}"/>
              </a:ext>
            </a:extLst>
          </p:cNvPr>
          <p:cNvSpPr/>
          <p:nvPr/>
        </p:nvSpPr>
        <p:spPr>
          <a:xfrm>
            <a:off x="933088" y="1838548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6DE5A08D-BCB9-58E2-C246-81FB5C3EC222}"/>
              </a:ext>
            </a:extLst>
          </p:cNvPr>
          <p:cNvSpPr/>
          <p:nvPr/>
        </p:nvSpPr>
        <p:spPr>
          <a:xfrm>
            <a:off x="1189120" y="172882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承認者不在時に別ユーザが代行</a:t>
            </a:r>
            <a:endParaRPr lang="en-US" sz="1050" dirty="0"/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096B27B0-4068-AD19-1FAA-027CFBE723A3}"/>
              </a:ext>
            </a:extLst>
          </p:cNvPr>
          <p:cNvSpPr/>
          <p:nvPr/>
        </p:nvSpPr>
        <p:spPr>
          <a:xfrm>
            <a:off x="933088" y="2844388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460FB0F4-E970-F13A-319B-94BA6C4EFE37}"/>
              </a:ext>
            </a:extLst>
          </p:cNvPr>
          <p:cNvSpPr/>
          <p:nvPr/>
        </p:nvSpPr>
        <p:spPr>
          <a:xfrm>
            <a:off x="1189120" y="273466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代理設定はユーザマスタまたはWFS設定で管理</a:t>
            </a:r>
            <a:endParaRPr lang="en-US" sz="1050" dirty="0"/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E0D6C0F0-2717-64D9-5CF1-B5D81D5F210B}"/>
              </a:ext>
            </a:extLst>
          </p:cNvPr>
          <p:cNvSpPr/>
          <p:nvPr/>
        </p:nvSpPr>
        <p:spPr>
          <a:xfrm>
            <a:off x="933088" y="3850228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02E176AE-5628-EEC5-98B4-75E2AD808F57}"/>
              </a:ext>
            </a:extLst>
          </p:cNvPr>
          <p:cNvSpPr/>
          <p:nvPr/>
        </p:nvSpPr>
        <p:spPr>
          <a:xfrm>
            <a:off x="1189120" y="374050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代理履歴はDB上に記録される</a:t>
            </a:r>
            <a:endParaRPr lang="en-US" sz="1050" dirty="0"/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C8E4AB1B-E23A-4460-4023-E5213D62B49D}"/>
              </a:ext>
            </a:extLst>
          </p:cNvPr>
          <p:cNvSpPr/>
          <p:nvPr/>
        </p:nvSpPr>
        <p:spPr>
          <a:xfrm>
            <a:off x="3584848" y="1088740"/>
            <a:ext cx="2651760" cy="393192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E6A5B3B4-0EB0-A4A4-7BF2-0CB88F16070F}"/>
              </a:ext>
            </a:extLst>
          </p:cNvPr>
          <p:cNvSpPr/>
          <p:nvPr/>
        </p:nvSpPr>
        <p:spPr>
          <a:xfrm>
            <a:off x="3584848" y="1088740"/>
            <a:ext cx="2651760" cy="50292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B4462A7F-B91F-5FFF-688A-A6A56A6A24E3}"/>
              </a:ext>
            </a:extLst>
          </p:cNvPr>
          <p:cNvSpPr/>
          <p:nvPr/>
        </p:nvSpPr>
        <p:spPr>
          <a:xfrm>
            <a:off x="3584848" y="10887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↩️  差し戻し</a:t>
            </a:r>
            <a:endParaRPr lang="en-US" sz="1300" dirty="0"/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8456FB6F-08A1-5C8C-B1CF-F86C5D8BC98F}"/>
              </a:ext>
            </a:extLst>
          </p:cNvPr>
          <p:cNvSpPr/>
          <p:nvPr/>
        </p:nvSpPr>
        <p:spPr>
          <a:xfrm>
            <a:off x="3786016" y="1838548"/>
            <a:ext cx="201168" cy="201168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5CBABD43-B7DA-CD9D-F121-621B62625675}"/>
              </a:ext>
            </a:extLst>
          </p:cNvPr>
          <p:cNvSpPr/>
          <p:nvPr/>
        </p:nvSpPr>
        <p:spPr>
          <a:xfrm>
            <a:off x="4042048" y="172882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前工程 or 申請者へ差し戻し可能</a:t>
            </a:r>
            <a:endParaRPr lang="en-US" sz="1050" dirty="0"/>
          </a:p>
        </p:txBody>
      </p:sp>
      <p:sp>
        <p:nvSpPr>
          <p:cNvPr id="18" name="Shape 17">
            <a:extLst>
              <a:ext uri="{FF2B5EF4-FFF2-40B4-BE49-F238E27FC236}">
                <a16:creationId xmlns:a16="http://schemas.microsoft.com/office/drawing/2014/main" id="{A6C8AE5C-E92E-86FE-C017-5190A86422E7}"/>
              </a:ext>
            </a:extLst>
          </p:cNvPr>
          <p:cNvSpPr/>
          <p:nvPr/>
        </p:nvSpPr>
        <p:spPr>
          <a:xfrm>
            <a:off x="3786016" y="2844388"/>
            <a:ext cx="201168" cy="201168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BB59405B-4AA2-1802-36B6-6C3E58C16F9D}"/>
              </a:ext>
            </a:extLst>
          </p:cNvPr>
          <p:cNvSpPr/>
          <p:nvPr/>
        </p:nvSpPr>
        <p:spPr>
          <a:xfrm>
            <a:off x="4042048" y="273466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差し戻しコメントをフォームに記録</a:t>
            </a:r>
            <a:endParaRPr lang="en-US" sz="1050" dirty="0"/>
          </a:p>
        </p:txBody>
      </p:sp>
      <p:sp>
        <p:nvSpPr>
          <p:cNvPr id="20" name="Shape 19">
            <a:extLst>
              <a:ext uri="{FF2B5EF4-FFF2-40B4-BE49-F238E27FC236}">
                <a16:creationId xmlns:a16="http://schemas.microsoft.com/office/drawing/2014/main" id="{84EACFD0-8712-A4F8-FFC1-84DCEEF1196A}"/>
              </a:ext>
            </a:extLst>
          </p:cNvPr>
          <p:cNvSpPr/>
          <p:nvPr/>
        </p:nvSpPr>
        <p:spPr>
          <a:xfrm>
            <a:off x="3786016" y="3850228"/>
            <a:ext cx="201168" cy="201168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59028C63-5D3B-B4E0-0F31-46F5E5C72200}"/>
              </a:ext>
            </a:extLst>
          </p:cNvPr>
          <p:cNvSpPr/>
          <p:nvPr/>
        </p:nvSpPr>
        <p:spPr>
          <a:xfrm>
            <a:off x="4042048" y="374050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差し戻し後は再申請フローへ自動遷移</a:t>
            </a:r>
            <a:endParaRPr lang="en-US" sz="1050" dirty="0"/>
          </a:p>
        </p:txBody>
      </p:sp>
      <p:sp>
        <p:nvSpPr>
          <p:cNvPr id="22" name="Shape 21">
            <a:extLst>
              <a:ext uri="{FF2B5EF4-FFF2-40B4-BE49-F238E27FC236}">
                <a16:creationId xmlns:a16="http://schemas.microsoft.com/office/drawing/2014/main" id="{09C3C591-E85A-BCC1-DA50-900CAE19AF8B}"/>
              </a:ext>
            </a:extLst>
          </p:cNvPr>
          <p:cNvSpPr/>
          <p:nvPr/>
        </p:nvSpPr>
        <p:spPr>
          <a:xfrm>
            <a:off x="6437776" y="1088740"/>
            <a:ext cx="2651760" cy="3931920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2">
            <a:extLst>
              <a:ext uri="{FF2B5EF4-FFF2-40B4-BE49-F238E27FC236}">
                <a16:creationId xmlns:a16="http://schemas.microsoft.com/office/drawing/2014/main" id="{9A78EAC1-977E-F5A6-1382-C8BCFB08ADCC}"/>
              </a:ext>
            </a:extLst>
          </p:cNvPr>
          <p:cNvSpPr/>
          <p:nvPr/>
        </p:nvSpPr>
        <p:spPr>
          <a:xfrm>
            <a:off x="6437776" y="1088740"/>
            <a:ext cx="2651760" cy="502920"/>
          </a:xfrm>
          <a:prstGeom prst="rect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32C58D6B-AECE-7AF1-57F4-46777B689963}"/>
              </a:ext>
            </a:extLst>
          </p:cNvPr>
          <p:cNvSpPr/>
          <p:nvPr/>
        </p:nvSpPr>
        <p:spPr>
          <a:xfrm>
            <a:off x="6437776" y="10887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⛔  強制終了・取消</a:t>
            </a:r>
            <a:endParaRPr lang="en-US" sz="13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5EA3E291-0CFD-D2BC-5D80-EA475B728FFC}"/>
              </a:ext>
            </a:extLst>
          </p:cNvPr>
          <p:cNvSpPr/>
          <p:nvPr/>
        </p:nvSpPr>
        <p:spPr>
          <a:xfrm>
            <a:off x="6638944" y="1838548"/>
            <a:ext cx="201168" cy="201168"/>
          </a:xfrm>
          <a:prstGeom prst="ellipse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017B267D-67C8-BEC1-6AFB-EF205F7EB8DF}"/>
              </a:ext>
            </a:extLst>
          </p:cNvPr>
          <p:cNvSpPr/>
          <p:nvPr/>
        </p:nvSpPr>
        <p:spPr>
          <a:xfrm>
            <a:off x="6894976" y="172882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管理者権限でフロー強制終了</a:t>
            </a:r>
            <a:endParaRPr lang="en-US" sz="1050" dirty="0"/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0528BB04-24F3-C2B9-3628-778328976164}"/>
              </a:ext>
            </a:extLst>
          </p:cNvPr>
          <p:cNvSpPr/>
          <p:nvPr/>
        </p:nvSpPr>
        <p:spPr>
          <a:xfrm>
            <a:off x="6638944" y="2844388"/>
            <a:ext cx="201168" cy="201168"/>
          </a:xfrm>
          <a:prstGeom prst="ellipse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27">
            <a:extLst>
              <a:ext uri="{FF2B5EF4-FFF2-40B4-BE49-F238E27FC236}">
                <a16:creationId xmlns:a16="http://schemas.microsoft.com/office/drawing/2014/main" id="{D08738C2-3CF0-8EB1-5917-5DBE9B37863F}"/>
              </a:ext>
            </a:extLst>
          </p:cNvPr>
          <p:cNvSpPr/>
          <p:nvPr/>
        </p:nvSpPr>
        <p:spPr>
          <a:xfrm>
            <a:off x="6894976" y="273466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取消時は申請者・関係者へ通知</a:t>
            </a:r>
            <a:endParaRPr lang="en-US" sz="1050" dirty="0"/>
          </a:p>
        </p:txBody>
      </p:sp>
      <p:sp>
        <p:nvSpPr>
          <p:cNvPr id="68" name="Shape 28">
            <a:extLst>
              <a:ext uri="{FF2B5EF4-FFF2-40B4-BE49-F238E27FC236}">
                <a16:creationId xmlns:a16="http://schemas.microsoft.com/office/drawing/2014/main" id="{0C24C491-4EA4-9E2A-3F19-7544719777C1}"/>
              </a:ext>
            </a:extLst>
          </p:cNvPr>
          <p:cNvSpPr/>
          <p:nvPr/>
        </p:nvSpPr>
        <p:spPr>
          <a:xfrm>
            <a:off x="6638944" y="3850228"/>
            <a:ext cx="201168" cy="201168"/>
          </a:xfrm>
          <a:prstGeom prst="ellipse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9" name="Text 29">
            <a:extLst>
              <a:ext uri="{FF2B5EF4-FFF2-40B4-BE49-F238E27FC236}">
                <a16:creationId xmlns:a16="http://schemas.microsoft.com/office/drawing/2014/main" id="{64AD5324-E522-E7CE-F9A6-AA53F19CC4D2}"/>
              </a:ext>
            </a:extLst>
          </p:cNvPr>
          <p:cNvSpPr/>
          <p:nvPr/>
        </p:nvSpPr>
        <p:spPr>
          <a:xfrm>
            <a:off x="6894976" y="374050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終了理由をDB記録・監査証跡として活用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884326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572FC-EA47-52F5-13D1-9CF6E7DC2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67FCD1CF-B020-4145-D588-059BD753D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400" dirty="0">
                <a:solidFill>
                  <a:schemeClr val="bg2">
                    <a:lumMod val="25000"/>
                  </a:scheme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07  </a:t>
            </a:r>
            <a:r>
              <a:rPr lang="en-US" altLang="ja-JP" sz="2400" dirty="0" err="1">
                <a:solidFill>
                  <a:schemeClr val="bg2">
                    <a:lumMod val="25000"/>
                  </a:scheme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TALONシステムとの統合</a:t>
            </a:r>
            <a:endParaRPr lang="en-US" altLang="ja-JP" sz="2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2" name="Shape 3">
            <a:extLst>
              <a:ext uri="{FF2B5EF4-FFF2-40B4-BE49-F238E27FC236}">
                <a16:creationId xmlns:a16="http://schemas.microsoft.com/office/drawing/2014/main" id="{DC583F33-97CE-C110-EF9A-FD0E86893920}"/>
              </a:ext>
            </a:extLst>
          </p:cNvPr>
          <p:cNvSpPr/>
          <p:nvPr/>
        </p:nvSpPr>
        <p:spPr>
          <a:xfrm>
            <a:off x="420452" y="1316752"/>
            <a:ext cx="2011680" cy="68580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3" name="Text 4">
            <a:extLst>
              <a:ext uri="{FF2B5EF4-FFF2-40B4-BE49-F238E27FC236}">
                <a16:creationId xmlns:a16="http://schemas.microsoft.com/office/drawing/2014/main" id="{9375FE0B-0191-F7B7-DC12-B92EC7417A53}"/>
              </a:ext>
            </a:extLst>
          </p:cNvPr>
          <p:cNvSpPr/>
          <p:nvPr/>
        </p:nvSpPr>
        <p:spPr>
          <a:xfrm>
            <a:off x="420452" y="131675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申請者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（ブラウザ）</a:t>
            </a:r>
            <a:endParaRPr lang="en-US" sz="1100" dirty="0"/>
          </a:p>
        </p:txBody>
      </p:sp>
      <p:sp>
        <p:nvSpPr>
          <p:cNvPr id="54" name="Shape 5">
            <a:extLst>
              <a:ext uri="{FF2B5EF4-FFF2-40B4-BE49-F238E27FC236}">
                <a16:creationId xmlns:a16="http://schemas.microsoft.com/office/drawing/2014/main" id="{C0029833-CA57-C931-4B1D-096F5CA4A202}"/>
              </a:ext>
            </a:extLst>
          </p:cNvPr>
          <p:cNvSpPr/>
          <p:nvPr/>
        </p:nvSpPr>
        <p:spPr>
          <a:xfrm>
            <a:off x="3620852" y="1088152"/>
            <a:ext cx="2011680" cy="914400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5" name="Text 6">
            <a:extLst>
              <a:ext uri="{FF2B5EF4-FFF2-40B4-BE49-F238E27FC236}">
                <a16:creationId xmlns:a16="http://schemas.microsoft.com/office/drawing/2014/main" id="{5F65F9BB-ABDC-508B-943B-30059964B834}"/>
              </a:ext>
            </a:extLst>
          </p:cNvPr>
          <p:cNvSpPr/>
          <p:nvPr/>
        </p:nvSpPr>
        <p:spPr>
          <a:xfrm>
            <a:off x="3620852" y="1088152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TALONアプリ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（Payara:8080）</a:t>
            </a:r>
            <a:endParaRPr lang="en-US" sz="1100" dirty="0"/>
          </a:p>
        </p:txBody>
      </p:sp>
      <p:sp>
        <p:nvSpPr>
          <p:cNvPr id="56" name="Shape 7">
            <a:extLst>
              <a:ext uri="{FF2B5EF4-FFF2-40B4-BE49-F238E27FC236}">
                <a16:creationId xmlns:a16="http://schemas.microsoft.com/office/drawing/2014/main" id="{82D36B4D-1A51-8A44-9481-6D56F4480830}"/>
              </a:ext>
            </a:extLst>
          </p:cNvPr>
          <p:cNvSpPr/>
          <p:nvPr/>
        </p:nvSpPr>
        <p:spPr>
          <a:xfrm>
            <a:off x="3620852" y="2276872"/>
            <a:ext cx="2011680" cy="91440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4F00D59A-FCE3-C8BC-2D0E-7A04DB32353F}"/>
              </a:ext>
            </a:extLst>
          </p:cNvPr>
          <p:cNvSpPr/>
          <p:nvPr/>
        </p:nvSpPr>
        <p:spPr>
          <a:xfrm>
            <a:off x="3620852" y="2276872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WFSエンジン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（フロー制御）</a:t>
            </a:r>
            <a:endParaRPr lang="en-US" sz="1100" dirty="0"/>
          </a:p>
        </p:txBody>
      </p:sp>
      <p:sp>
        <p:nvSpPr>
          <p:cNvPr id="58" name="Shape 9">
            <a:extLst>
              <a:ext uri="{FF2B5EF4-FFF2-40B4-BE49-F238E27FC236}">
                <a16:creationId xmlns:a16="http://schemas.microsoft.com/office/drawing/2014/main" id="{946DC2DB-17DD-11C6-0A8D-E739809A6EA1}"/>
              </a:ext>
            </a:extLst>
          </p:cNvPr>
          <p:cNvSpPr/>
          <p:nvPr/>
        </p:nvSpPr>
        <p:spPr>
          <a:xfrm>
            <a:off x="6821252" y="1088152"/>
            <a:ext cx="2011680" cy="68580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9" name="Text 10">
            <a:extLst>
              <a:ext uri="{FF2B5EF4-FFF2-40B4-BE49-F238E27FC236}">
                <a16:creationId xmlns:a16="http://schemas.microsoft.com/office/drawing/2014/main" id="{AE59F70C-BDD0-9B41-D454-2C300469F185}"/>
              </a:ext>
            </a:extLst>
          </p:cNvPr>
          <p:cNvSpPr/>
          <p:nvPr/>
        </p:nvSpPr>
        <p:spPr>
          <a:xfrm>
            <a:off x="6821252" y="108815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（SQL Server）</a:t>
            </a:r>
            <a:endParaRPr lang="en-US" sz="1100" dirty="0"/>
          </a:p>
        </p:txBody>
      </p:sp>
      <p:sp>
        <p:nvSpPr>
          <p:cNvPr id="60" name="Shape 11">
            <a:extLst>
              <a:ext uri="{FF2B5EF4-FFF2-40B4-BE49-F238E27FC236}">
                <a16:creationId xmlns:a16="http://schemas.microsoft.com/office/drawing/2014/main" id="{F227AE30-2490-77B1-4A30-895EC670AD71}"/>
              </a:ext>
            </a:extLst>
          </p:cNvPr>
          <p:cNvSpPr/>
          <p:nvPr/>
        </p:nvSpPr>
        <p:spPr>
          <a:xfrm>
            <a:off x="6821252" y="2276872"/>
            <a:ext cx="2011680" cy="685800"/>
          </a:xfrm>
          <a:prstGeom prst="rect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1" name="Text 12">
            <a:extLst>
              <a:ext uri="{FF2B5EF4-FFF2-40B4-BE49-F238E27FC236}">
                <a16:creationId xmlns:a16="http://schemas.microsoft.com/office/drawing/2014/main" id="{087C69A2-CECD-1CD8-8A2E-19D6474CCF5C}"/>
              </a:ext>
            </a:extLst>
          </p:cNvPr>
          <p:cNvSpPr/>
          <p:nvPr/>
        </p:nvSpPr>
        <p:spPr>
          <a:xfrm>
            <a:off x="6821252" y="227687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メール通知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（SMTP）</a:t>
            </a:r>
            <a:endParaRPr lang="en-US" sz="1100" dirty="0"/>
          </a:p>
        </p:txBody>
      </p:sp>
      <p:sp>
        <p:nvSpPr>
          <p:cNvPr id="63" name="Text 14">
            <a:extLst>
              <a:ext uri="{FF2B5EF4-FFF2-40B4-BE49-F238E27FC236}">
                <a16:creationId xmlns:a16="http://schemas.microsoft.com/office/drawing/2014/main" id="{FAF749C1-0099-8FAC-C899-D5624F9BBBC7}"/>
              </a:ext>
            </a:extLst>
          </p:cNvPr>
          <p:cNvSpPr/>
          <p:nvPr/>
        </p:nvSpPr>
        <p:spPr>
          <a:xfrm>
            <a:off x="6821252" y="323699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Spring Boot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（:8081）</a:t>
            </a:r>
            <a:endParaRPr lang="en-US" sz="1100" dirty="0"/>
          </a:p>
        </p:txBody>
      </p:sp>
      <p:sp>
        <p:nvSpPr>
          <p:cNvPr id="64" name="Shape 15">
            <a:extLst>
              <a:ext uri="{FF2B5EF4-FFF2-40B4-BE49-F238E27FC236}">
                <a16:creationId xmlns:a16="http://schemas.microsoft.com/office/drawing/2014/main" id="{213E4B7C-E5C4-22A5-A3A0-704AD74DBDFB}"/>
              </a:ext>
            </a:extLst>
          </p:cNvPr>
          <p:cNvSpPr/>
          <p:nvPr/>
        </p:nvSpPr>
        <p:spPr>
          <a:xfrm>
            <a:off x="2450420" y="1609360"/>
            <a:ext cx="1161288" cy="0"/>
          </a:xfrm>
          <a:prstGeom prst="line">
            <a:avLst/>
          </a:prstGeom>
          <a:noFill/>
          <a:ln w="19050">
            <a:solidFill>
              <a:srgbClr val="C8CDD8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5" name="Text 16">
            <a:extLst>
              <a:ext uri="{FF2B5EF4-FFF2-40B4-BE49-F238E27FC236}">
                <a16:creationId xmlns:a16="http://schemas.microsoft.com/office/drawing/2014/main" id="{8DE67D0F-B59A-753D-9F88-85D245517587}"/>
              </a:ext>
            </a:extLst>
          </p:cNvPr>
          <p:cNvSpPr/>
          <p:nvPr/>
        </p:nvSpPr>
        <p:spPr>
          <a:xfrm>
            <a:off x="2450420" y="1408192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HTTP</a:t>
            </a:r>
            <a:endParaRPr lang="en-US" sz="850" dirty="0"/>
          </a:p>
        </p:txBody>
      </p:sp>
      <p:sp>
        <p:nvSpPr>
          <p:cNvPr id="66" name="Shape 17">
            <a:extLst>
              <a:ext uri="{FF2B5EF4-FFF2-40B4-BE49-F238E27FC236}">
                <a16:creationId xmlns:a16="http://schemas.microsoft.com/office/drawing/2014/main" id="{358BD66B-8FFA-911D-4733-B025B0FF745B}"/>
              </a:ext>
            </a:extLst>
          </p:cNvPr>
          <p:cNvSpPr/>
          <p:nvPr/>
        </p:nvSpPr>
        <p:spPr>
          <a:xfrm>
            <a:off x="5650820" y="1426480"/>
            <a:ext cx="1161288" cy="0"/>
          </a:xfrm>
          <a:prstGeom prst="line">
            <a:avLst/>
          </a:prstGeom>
          <a:noFill/>
          <a:ln w="19050">
            <a:solidFill>
              <a:srgbClr val="C8CDD8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7" name="Text 18">
            <a:extLst>
              <a:ext uri="{FF2B5EF4-FFF2-40B4-BE49-F238E27FC236}">
                <a16:creationId xmlns:a16="http://schemas.microsoft.com/office/drawing/2014/main" id="{BB518B41-4DDE-6BA8-16A8-640ADB183869}"/>
              </a:ext>
            </a:extLst>
          </p:cNvPr>
          <p:cNvSpPr/>
          <p:nvPr/>
        </p:nvSpPr>
        <p:spPr>
          <a:xfrm>
            <a:off x="5650820" y="1225312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JDBC</a:t>
            </a:r>
            <a:endParaRPr lang="en-US" sz="850" dirty="0"/>
          </a:p>
        </p:txBody>
      </p:sp>
      <p:sp>
        <p:nvSpPr>
          <p:cNvPr id="70" name="Shape 19">
            <a:extLst>
              <a:ext uri="{FF2B5EF4-FFF2-40B4-BE49-F238E27FC236}">
                <a16:creationId xmlns:a16="http://schemas.microsoft.com/office/drawing/2014/main" id="{99210A38-7BDC-8D75-CB98-6ACA5FD68791}"/>
              </a:ext>
            </a:extLst>
          </p:cNvPr>
          <p:cNvSpPr/>
          <p:nvPr/>
        </p:nvSpPr>
        <p:spPr>
          <a:xfrm>
            <a:off x="5650820" y="2624344"/>
            <a:ext cx="1161288" cy="0"/>
          </a:xfrm>
          <a:prstGeom prst="line">
            <a:avLst/>
          </a:prstGeom>
          <a:noFill/>
          <a:ln w="19050">
            <a:solidFill>
              <a:srgbClr val="C8CDD8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1" name="Text 20">
            <a:extLst>
              <a:ext uri="{FF2B5EF4-FFF2-40B4-BE49-F238E27FC236}">
                <a16:creationId xmlns:a16="http://schemas.microsoft.com/office/drawing/2014/main" id="{ECDA551A-0FF7-5AD7-09D0-B8E99D0847B5}"/>
              </a:ext>
            </a:extLst>
          </p:cNvPr>
          <p:cNvSpPr/>
          <p:nvPr/>
        </p:nvSpPr>
        <p:spPr>
          <a:xfrm>
            <a:off x="5650820" y="2423176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SMTP</a:t>
            </a:r>
            <a:endParaRPr lang="en-US" sz="850" dirty="0"/>
          </a:p>
        </p:txBody>
      </p:sp>
      <p:sp>
        <p:nvSpPr>
          <p:cNvPr id="74" name="Shape 23">
            <a:extLst>
              <a:ext uri="{FF2B5EF4-FFF2-40B4-BE49-F238E27FC236}">
                <a16:creationId xmlns:a16="http://schemas.microsoft.com/office/drawing/2014/main" id="{E68F7FEF-8C66-F17B-1DFC-13AF4E4842CF}"/>
              </a:ext>
            </a:extLst>
          </p:cNvPr>
          <p:cNvSpPr/>
          <p:nvPr/>
        </p:nvSpPr>
        <p:spPr>
          <a:xfrm>
            <a:off x="4626692" y="2002552"/>
            <a:ext cx="0" cy="256032"/>
          </a:xfrm>
          <a:prstGeom prst="line">
            <a:avLst/>
          </a:prstGeom>
          <a:noFill/>
          <a:ln w="19050">
            <a:solidFill>
              <a:srgbClr val="C8CDD8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5" name="Shape 24">
            <a:extLst>
              <a:ext uri="{FF2B5EF4-FFF2-40B4-BE49-F238E27FC236}">
                <a16:creationId xmlns:a16="http://schemas.microsoft.com/office/drawing/2014/main" id="{91637A4E-B845-1AE4-B00E-D6B319FE3A43}"/>
              </a:ext>
            </a:extLst>
          </p:cNvPr>
          <p:cNvSpPr/>
          <p:nvPr/>
        </p:nvSpPr>
        <p:spPr>
          <a:xfrm>
            <a:off x="6802964" y="3557032"/>
            <a:ext cx="0" cy="0"/>
          </a:xfrm>
          <a:prstGeom prst="line">
            <a:avLst/>
          </a:prstGeom>
          <a:noFill/>
          <a:ln w="19050">
            <a:solidFill>
              <a:srgbClr val="C8CDD8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6" name="Shape 25">
            <a:extLst>
              <a:ext uri="{FF2B5EF4-FFF2-40B4-BE49-F238E27FC236}">
                <a16:creationId xmlns:a16="http://schemas.microsoft.com/office/drawing/2014/main" id="{472B7F71-F867-036A-2948-05D765BE7733}"/>
              </a:ext>
            </a:extLst>
          </p:cNvPr>
          <p:cNvSpPr/>
          <p:nvPr/>
        </p:nvSpPr>
        <p:spPr>
          <a:xfrm>
            <a:off x="420452" y="4425712"/>
            <a:ext cx="164592" cy="164592"/>
          </a:xfrm>
          <a:prstGeom prst="ellipse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7" name="Text 26">
            <a:extLst>
              <a:ext uri="{FF2B5EF4-FFF2-40B4-BE49-F238E27FC236}">
                <a16:creationId xmlns:a16="http://schemas.microsoft.com/office/drawing/2014/main" id="{A817B9DB-3F8E-773A-4A3F-6BBB3E43785B}"/>
              </a:ext>
            </a:extLst>
          </p:cNvPr>
          <p:cNvSpPr/>
          <p:nvPr/>
        </p:nvSpPr>
        <p:spPr>
          <a:xfrm>
            <a:off x="676484" y="433427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WFSはTALONのコア機能として同一Payara上で動作します</a:t>
            </a:r>
            <a:endParaRPr lang="en-US" sz="1050" dirty="0"/>
          </a:p>
        </p:txBody>
      </p:sp>
      <p:sp>
        <p:nvSpPr>
          <p:cNvPr id="78" name="Shape 27">
            <a:extLst>
              <a:ext uri="{FF2B5EF4-FFF2-40B4-BE49-F238E27FC236}">
                <a16:creationId xmlns:a16="http://schemas.microsoft.com/office/drawing/2014/main" id="{387237E2-90E7-5940-188D-9B766A33836B}"/>
              </a:ext>
            </a:extLst>
          </p:cNvPr>
          <p:cNvSpPr/>
          <p:nvPr/>
        </p:nvSpPr>
        <p:spPr>
          <a:xfrm>
            <a:off x="420452" y="4773184"/>
            <a:ext cx="164592" cy="164592"/>
          </a:xfrm>
          <a:prstGeom prst="ellipse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9" name="Text 28">
            <a:extLst>
              <a:ext uri="{FF2B5EF4-FFF2-40B4-BE49-F238E27FC236}">
                <a16:creationId xmlns:a16="http://schemas.microsoft.com/office/drawing/2014/main" id="{D9957D44-1E9A-F3FD-FE16-D41FBFED3422}"/>
              </a:ext>
            </a:extLst>
          </p:cNvPr>
          <p:cNvSpPr/>
          <p:nvPr/>
        </p:nvSpPr>
        <p:spPr>
          <a:xfrm>
            <a:off x="676484" y="468174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F5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フロー状態・承認履歴はDBに永続化。監査証跡として活用可能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372957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デザインの設定">
  <a:themeElements>
    <a:clrScheme name="technopro">
      <a:dk1>
        <a:srgbClr val="000000"/>
      </a:dk1>
      <a:lt1>
        <a:sysClr val="window" lastClr="FFFFFF"/>
      </a:lt1>
      <a:dk2>
        <a:srgbClr val="00AEBD"/>
      </a:dk2>
      <a:lt2>
        <a:srgbClr val="EBEAE8"/>
      </a:lt2>
      <a:accent1>
        <a:srgbClr val="B6DAE5"/>
      </a:accent1>
      <a:accent2>
        <a:srgbClr val="FBCC95"/>
      </a:accent2>
      <a:accent3>
        <a:srgbClr val="C5E8BF"/>
      </a:accent3>
      <a:accent4>
        <a:srgbClr val="EDBBD4"/>
      </a:accent4>
      <a:accent5>
        <a:srgbClr val="008096"/>
      </a:accent5>
      <a:accent6>
        <a:srgbClr val="EA8712"/>
      </a:accent6>
      <a:hlink>
        <a:srgbClr val="008096"/>
      </a:hlink>
      <a:folHlink>
        <a:srgbClr val="EA8712"/>
      </a:folHlink>
    </a:clrScheme>
    <a:fontScheme name="TechnoPro">
      <a:majorFont>
        <a:latin typeface="Verdana"/>
        <a:ea typeface="メイリオ"/>
        <a:cs typeface=""/>
      </a:majorFont>
      <a:minorFont>
        <a:latin typeface="Verdana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デザインの設定">
  <a:themeElements>
    <a:clrScheme name="technopro">
      <a:dk1>
        <a:srgbClr val="000000"/>
      </a:dk1>
      <a:lt1>
        <a:sysClr val="window" lastClr="FFFFFF"/>
      </a:lt1>
      <a:dk2>
        <a:srgbClr val="00AEBD"/>
      </a:dk2>
      <a:lt2>
        <a:srgbClr val="EBEAE8"/>
      </a:lt2>
      <a:accent1>
        <a:srgbClr val="B6DAE5"/>
      </a:accent1>
      <a:accent2>
        <a:srgbClr val="FBCC95"/>
      </a:accent2>
      <a:accent3>
        <a:srgbClr val="C5E8BF"/>
      </a:accent3>
      <a:accent4>
        <a:srgbClr val="EDBBD4"/>
      </a:accent4>
      <a:accent5>
        <a:srgbClr val="008096"/>
      </a:accent5>
      <a:accent6>
        <a:srgbClr val="EA8712"/>
      </a:accent6>
      <a:hlink>
        <a:srgbClr val="008096"/>
      </a:hlink>
      <a:folHlink>
        <a:srgbClr val="EA8712"/>
      </a:folHlink>
    </a:clrScheme>
    <a:fontScheme name="TechnoPro">
      <a:majorFont>
        <a:latin typeface="Verdana"/>
        <a:ea typeface="メイリオ"/>
        <a:cs typeface=""/>
      </a:majorFont>
      <a:minorFont>
        <a:latin typeface="Verdana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2358</TotalTime>
  <Words>415</Words>
  <Application>Microsoft Office PowerPoint</Application>
  <PresentationFormat>A4 210 x 297 mm</PresentationFormat>
  <Paragraphs>164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10</vt:i4>
      </vt:variant>
    </vt:vector>
  </HeadingPairs>
  <TitlesOfParts>
    <vt:vector size="17" baseType="lpstr">
      <vt:lpstr>Meiryo UI</vt:lpstr>
      <vt:lpstr>Arial</vt:lpstr>
      <vt:lpstr>Calibri</vt:lpstr>
      <vt:lpstr>Consolas</vt:lpstr>
      <vt:lpstr>Verdana</vt:lpstr>
      <vt:lpstr>デザインの設定</vt:lpstr>
      <vt:lpstr>1_デザインの設定</vt:lpstr>
      <vt:lpstr>TALONワークフロー（WFS）</vt:lpstr>
      <vt:lpstr>目次</vt:lpstr>
      <vt:lpstr>ワークフロー（WFS）とは</vt:lpstr>
      <vt:lpstr>02  WFSの主要コンポーネント</vt:lpstr>
      <vt:lpstr>03  フロー定義の構造</vt:lpstr>
      <vt:lpstr>04  申請〜承認のプロセス</vt:lpstr>
      <vt:lpstr>05  権限グループとルーティング</vt:lpstr>
      <vt:lpstr>06  代理・差し戻し・強制終了</vt:lpstr>
      <vt:lpstr>07  TALONシステムとの統合</vt:lpstr>
      <vt:lpstr>PowerPoint プレゼンテーション</vt:lpstr>
    </vt:vector>
  </TitlesOfParts>
  <Company>(株)博報堂ＤＹホールディングス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(株)博報堂ＤＹホールディングス</dc:creator>
  <cp:lastModifiedBy>知行 堀之内</cp:lastModifiedBy>
  <cp:revision>107</cp:revision>
  <dcterms:created xsi:type="dcterms:W3CDTF">2013-06-26T05:34:41Z</dcterms:created>
  <dcterms:modified xsi:type="dcterms:W3CDTF">2026-03-17T09:46:14Z</dcterms:modified>
</cp:coreProperties>
</file>